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4967288" cy="3060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2139" y="9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0911" y="500906"/>
            <a:ext cx="3725466" cy="1065577"/>
          </a:xfrm>
        </p:spPr>
        <p:txBody>
          <a:bodyPr anchor="b"/>
          <a:lstStyle>
            <a:lvl1pPr algn="ctr">
              <a:defRPr sz="24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0911" y="1607576"/>
            <a:ext cx="3725466" cy="738960"/>
          </a:xfrm>
        </p:spPr>
        <p:txBody>
          <a:bodyPr/>
          <a:lstStyle>
            <a:lvl1pPr marL="0" indent="0" algn="ctr">
              <a:buNone/>
              <a:defRPr sz="978"/>
            </a:lvl1pPr>
            <a:lvl2pPr marL="186263" indent="0" algn="ctr">
              <a:buNone/>
              <a:defRPr sz="815"/>
            </a:lvl2pPr>
            <a:lvl3pPr marL="372527" indent="0" algn="ctr">
              <a:buNone/>
              <a:defRPr sz="733"/>
            </a:lvl3pPr>
            <a:lvl4pPr marL="558790" indent="0" algn="ctr">
              <a:buNone/>
              <a:defRPr sz="652"/>
            </a:lvl4pPr>
            <a:lvl5pPr marL="745053" indent="0" algn="ctr">
              <a:buNone/>
              <a:defRPr sz="652"/>
            </a:lvl5pPr>
            <a:lvl6pPr marL="931316" indent="0" algn="ctr">
              <a:buNone/>
              <a:defRPr sz="652"/>
            </a:lvl6pPr>
            <a:lvl7pPr marL="1117580" indent="0" algn="ctr">
              <a:buNone/>
              <a:defRPr sz="652"/>
            </a:lvl7pPr>
            <a:lvl8pPr marL="1303843" indent="0" algn="ctr">
              <a:buNone/>
              <a:defRPr sz="652"/>
            </a:lvl8pPr>
            <a:lvl9pPr marL="1490106" indent="0" algn="ctr">
              <a:buNone/>
              <a:defRPr sz="65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700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192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14" y="763050"/>
            <a:ext cx="4284286" cy="1273166"/>
          </a:xfrm>
        </p:spPr>
        <p:txBody>
          <a:bodyPr anchor="b"/>
          <a:lstStyle>
            <a:lvl1pPr>
              <a:defRPr sz="24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914" y="2048261"/>
            <a:ext cx="4284286" cy="669528"/>
          </a:xfrm>
        </p:spPr>
        <p:txBody>
          <a:bodyPr/>
          <a:lstStyle>
            <a:lvl1pPr marL="0" indent="0">
              <a:buNone/>
              <a:defRPr sz="978">
                <a:solidFill>
                  <a:schemeClr val="tx1">
                    <a:tint val="75000"/>
                  </a:schemeClr>
                </a:solidFill>
              </a:defRPr>
            </a:lvl1pPr>
            <a:lvl2pPr marL="186263" indent="0">
              <a:buNone/>
              <a:defRPr sz="815">
                <a:solidFill>
                  <a:schemeClr val="tx1">
                    <a:tint val="75000"/>
                  </a:schemeClr>
                </a:solidFill>
              </a:defRPr>
            </a:lvl2pPr>
            <a:lvl3pPr marL="372527" indent="0">
              <a:buNone/>
              <a:defRPr sz="733">
                <a:solidFill>
                  <a:schemeClr val="tx1">
                    <a:tint val="75000"/>
                  </a:schemeClr>
                </a:solidFill>
              </a:defRPr>
            </a:lvl3pPr>
            <a:lvl4pPr marL="558790" indent="0">
              <a:buNone/>
              <a:defRPr sz="652">
                <a:solidFill>
                  <a:schemeClr val="tx1">
                    <a:tint val="75000"/>
                  </a:schemeClr>
                </a:solidFill>
              </a:defRPr>
            </a:lvl4pPr>
            <a:lvl5pPr marL="745053" indent="0">
              <a:buNone/>
              <a:defRPr sz="652">
                <a:solidFill>
                  <a:schemeClr val="tx1">
                    <a:tint val="75000"/>
                  </a:schemeClr>
                </a:solidFill>
              </a:defRPr>
            </a:lvl5pPr>
            <a:lvl6pPr marL="931316" indent="0">
              <a:buNone/>
              <a:defRPr sz="652">
                <a:solidFill>
                  <a:schemeClr val="tx1">
                    <a:tint val="75000"/>
                  </a:schemeClr>
                </a:solidFill>
              </a:defRPr>
            </a:lvl6pPr>
            <a:lvl7pPr marL="1117580" indent="0">
              <a:buNone/>
              <a:defRPr sz="652">
                <a:solidFill>
                  <a:schemeClr val="tx1">
                    <a:tint val="75000"/>
                  </a:schemeClr>
                </a:solidFill>
              </a:defRPr>
            </a:lvl7pPr>
            <a:lvl8pPr marL="1303843" indent="0">
              <a:buNone/>
              <a:defRPr sz="652">
                <a:solidFill>
                  <a:schemeClr val="tx1">
                    <a:tint val="75000"/>
                  </a:schemeClr>
                </a:solidFill>
              </a:defRPr>
            </a:lvl8pPr>
            <a:lvl9pPr marL="1490106" indent="0">
              <a:buNone/>
              <a:defRPr sz="6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67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1501" y="814770"/>
            <a:ext cx="2111097" cy="19419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4690" y="814770"/>
            <a:ext cx="2111097" cy="19419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53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148" y="162954"/>
            <a:ext cx="4284286" cy="5915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148" y="750297"/>
            <a:ext cx="2101395" cy="367709"/>
          </a:xfrm>
        </p:spPr>
        <p:txBody>
          <a:bodyPr anchor="b"/>
          <a:lstStyle>
            <a:lvl1pPr marL="0" indent="0">
              <a:buNone/>
              <a:defRPr sz="978" b="1"/>
            </a:lvl1pPr>
            <a:lvl2pPr marL="186263" indent="0">
              <a:buNone/>
              <a:defRPr sz="815" b="1"/>
            </a:lvl2pPr>
            <a:lvl3pPr marL="372527" indent="0">
              <a:buNone/>
              <a:defRPr sz="733" b="1"/>
            </a:lvl3pPr>
            <a:lvl4pPr marL="558790" indent="0">
              <a:buNone/>
              <a:defRPr sz="652" b="1"/>
            </a:lvl4pPr>
            <a:lvl5pPr marL="745053" indent="0">
              <a:buNone/>
              <a:defRPr sz="652" b="1"/>
            </a:lvl5pPr>
            <a:lvl6pPr marL="931316" indent="0">
              <a:buNone/>
              <a:defRPr sz="652" b="1"/>
            </a:lvl6pPr>
            <a:lvl7pPr marL="1117580" indent="0">
              <a:buNone/>
              <a:defRPr sz="652" b="1"/>
            </a:lvl7pPr>
            <a:lvl8pPr marL="1303843" indent="0">
              <a:buNone/>
              <a:defRPr sz="652" b="1"/>
            </a:lvl8pPr>
            <a:lvl9pPr marL="1490106" indent="0">
              <a:buNone/>
              <a:defRPr sz="65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148" y="1118006"/>
            <a:ext cx="2101395" cy="16444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14690" y="750297"/>
            <a:ext cx="2111744" cy="367709"/>
          </a:xfrm>
        </p:spPr>
        <p:txBody>
          <a:bodyPr anchor="b"/>
          <a:lstStyle>
            <a:lvl1pPr marL="0" indent="0">
              <a:buNone/>
              <a:defRPr sz="978" b="1"/>
            </a:lvl1pPr>
            <a:lvl2pPr marL="186263" indent="0">
              <a:buNone/>
              <a:defRPr sz="815" b="1"/>
            </a:lvl2pPr>
            <a:lvl3pPr marL="372527" indent="0">
              <a:buNone/>
              <a:defRPr sz="733" b="1"/>
            </a:lvl3pPr>
            <a:lvl4pPr marL="558790" indent="0">
              <a:buNone/>
              <a:defRPr sz="652" b="1"/>
            </a:lvl4pPr>
            <a:lvl5pPr marL="745053" indent="0">
              <a:buNone/>
              <a:defRPr sz="652" b="1"/>
            </a:lvl5pPr>
            <a:lvl6pPr marL="931316" indent="0">
              <a:buNone/>
              <a:defRPr sz="652" b="1"/>
            </a:lvl6pPr>
            <a:lvl7pPr marL="1117580" indent="0">
              <a:buNone/>
              <a:defRPr sz="652" b="1"/>
            </a:lvl7pPr>
            <a:lvl8pPr marL="1303843" indent="0">
              <a:buNone/>
              <a:defRPr sz="652" b="1"/>
            </a:lvl8pPr>
            <a:lvl9pPr marL="1490106" indent="0">
              <a:buNone/>
              <a:defRPr sz="65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14690" y="1118006"/>
            <a:ext cx="2111744" cy="16444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16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31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68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148" y="204047"/>
            <a:ext cx="1602080" cy="714163"/>
          </a:xfrm>
        </p:spPr>
        <p:txBody>
          <a:bodyPr anchor="b"/>
          <a:lstStyle>
            <a:lvl1pPr>
              <a:defRPr sz="13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744" y="440684"/>
            <a:ext cx="2514690" cy="2175081"/>
          </a:xfrm>
        </p:spPr>
        <p:txBody>
          <a:bodyPr/>
          <a:lstStyle>
            <a:lvl1pPr>
              <a:defRPr sz="1304"/>
            </a:lvl1pPr>
            <a:lvl2pPr>
              <a:defRPr sz="1141"/>
            </a:lvl2pPr>
            <a:lvl3pPr>
              <a:defRPr sz="978"/>
            </a:lvl3pPr>
            <a:lvl4pPr>
              <a:defRPr sz="815"/>
            </a:lvl4pPr>
            <a:lvl5pPr>
              <a:defRPr sz="815"/>
            </a:lvl5pPr>
            <a:lvl6pPr>
              <a:defRPr sz="815"/>
            </a:lvl6pPr>
            <a:lvl7pPr>
              <a:defRPr sz="815"/>
            </a:lvl7pPr>
            <a:lvl8pPr>
              <a:defRPr sz="815"/>
            </a:lvl8pPr>
            <a:lvl9pPr>
              <a:defRPr sz="8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148" y="918210"/>
            <a:ext cx="1602080" cy="1701098"/>
          </a:xfrm>
        </p:spPr>
        <p:txBody>
          <a:bodyPr/>
          <a:lstStyle>
            <a:lvl1pPr marL="0" indent="0">
              <a:buNone/>
              <a:defRPr sz="652"/>
            </a:lvl1pPr>
            <a:lvl2pPr marL="186263" indent="0">
              <a:buNone/>
              <a:defRPr sz="570"/>
            </a:lvl2pPr>
            <a:lvl3pPr marL="372527" indent="0">
              <a:buNone/>
              <a:defRPr sz="489"/>
            </a:lvl3pPr>
            <a:lvl4pPr marL="558790" indent="0">
              <a:buNone/>
              <a:defRPr sz="407"/>
            </a:lvl4pPr>
            <a:lvl5pPr marL="745053" indent="0">
              <a:buNone/>
              <a:defRPr sz="407"/>
            </a:lvl5pPr>
            <a:lvl6pPr marL="931316" indent="0">
              <a:buNone/>
              <a:defRPr sz="407"/>
            </a:lvl6pPr>
            <a:lvl7pPr marL="1117580" indent="0">
              <a:buNone/>
              <a:defRPr sz="407"/>
            </a:lvl7pPr>
            <a:lvl8pPr marL="1303843" indent="0">
              <a:buNone/>
              <a:defRPr sz="407"/>
            </a:lvl8pPr>
            <a:lvl9pPr marL="1490106" indent="0">
              <a:buNone/>
              <a:defRPr sz="4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738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148" y="204047"/>
            <a:ext cx="1602080" cy="714163"/>
          </a:xfrm>
        </p:spPr>
        <p:txBody>
          <a:bodyPr anchor="b"/>
          <a:lstStyle>
            <a:lvl1pPr>
              <a:defRPr sz="13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11744" y="440684"/>
            <a:ext cx="2514690" cy="2175081"/>
          </a:xfrm>
        </p:spPr>
        <p:txBody>
          <a:bodyPr anchor="t"/>
          <a:lstStyle>
            <a:lvl1pPr marL="0" indent="0">
              <a:buNone/>
              <a:defRPr sz="1304"/>
            </a:lvl1pPr>
            <a:lvl2pPr marL="186263" indent="0">
              <a:buNone/>
              <a:defRPr sz="1141"/>
            </a:lvl2pPr>
            <a:lvl3pPr marL="372527" indent="0">
              <a:buNone/>
              <a:defRPr sz="978"/>
            </a:lvl3pPr>
            <a:lvl4pPr marL="558790" indent="0">
              <a:buNone/>
              <a:defRPr sz="815"/>
            </a:lvl4pPr>
            <a:lvl5pPr marL="745053" indent="0">
              <a:buNone/>
              <a:defRPr sz="815"/>
            </a:lvl5pPr>
            <a:lvl6pPr marL="931316" indent="0">
              <a:buNone/>
              <a:defRPr sz="815"/>
            </a:lvl6pPr>
            <a:lvl7pPr marL="1117580" indent="0">
              <a:buNone/>
              <a:defRPr sz="815"/>
            </a:lvl7pPr>
            <a:lvl8pPr marL="1303843" indent="0">
              <a:buNone/>
              <a:defRPr sz="815"/>
            </a:lvl8pPr>
            <a:lvl9pPr marL="1490106" indent="0">
              <a:buNone/>
              <a:defRPr sz="81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148" y="918210"/>
            <a:ext cx="1602080" cy="1701098"/>
          </a:xfrm>
        </p:spPr>
        <p:txBody>
          <a:bodyPr/>
          <a:lstStyle>
            <a:lvl1pPr marL="0" indent="0">
              <a:buNone/>
              <a:defRPr sz="652"/>
            </a:lvl1pPr>
            <a:lvl2pPr marL="186263" indent="0">
              <a:buNone/>
              <a:defRPr sz="570"/>
            </a:lvl2pPr>
            <a:lvl3pPr marL="372527" indent="0">
              <a:buNone/>
              <a:defRPr sz="489"/>
            </a:lvl3pPr>
            <a:lvl4pPr marL="558790" indent="0">
              <a:buNone/>
              <a:defRPr sz="407"/>
            </a:lvl4pPr>
            <a:lvl5pPr marL="745053" indent="0">
              <a:buNone/>
              <a:defRPr sz="407"/>
            </a:lvl5pPr>
            <a:lvl6pPr marL="931316" indent="0">
              <a:buNone/>
              <a:defRPr sz="407"/>
            </a:lvl6pPr>
            <a:lvl7pPr marL="1117580" indent="0">
              <a:buNone/>
              <a:defRPr sz="407"/>
            </a:lvl7pPr>
            <a:lvl8pPr marL="1303843" indent="0">
              <a:buNone/>
              <a:defRPr sz="407"/>
            </a:lvl8pPr>
            <a:lvl9pPr marL="1490106" indent="0">
              <a:buNone/>
              <a:defRPr sz="4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718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7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54716" y="162954"/>
            <a:ext cx="1071071" cy="259380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1501" y="162954"/>
            <a:ext cx="3151123" cy="259380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76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1501" y="162954"/>
            <a:ext cx="4284286" cy="591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501" y="814770"/>
            <a:ext cx="4284286" cy="1941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1501" y="2836816"/>
            <a:ext cx="1117640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45227-7B30-4B44-9F19-7ABD6BB371FF}" type="datetimeFigureOut">
              <a:rPr lang="zh-CN" altLang="en-US" smtClean="0"/>
              <a:t>2024/2/14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45414" y="2836816"/>
            <a:ext cx="1676460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8147" y="2836816"/>
            <a:ext cx="1117640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447AD-D7AE-4DA1-B547-41A2FF507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21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372527" rtl="0" eaLnBrk="1" latinLnBrk="0" hangingPunct="1">
        <a:lnSpc>
          <a:spcPct val="90000"/>
        </a:lnSpc>
        <a:spcBef>
          <a:spcPct val="0"/>
        </a:spcBef>
        <a:buNone/>
        <a:defRPr sz="17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132" indent="-93132" algn="l" defTabSz="37252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79395" indent="-93132" algn="l" defTabSz="372527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978" kern="1200">
          <a:solidFill>
            <a:schemeClr val="tx1"/>
          </a:solidFill>
          <a:latin typeface="+mn-lt"/>
          <a:ea typeface="+mn-ea"/>
          <a:cs typeface="+mn-cs"/>
        </a:defRPr>
      </a:lvl2pPr>
      <a:lvl3pPr marL="465658" indent="-93132" algn="l" defTabSz="372527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51921" indent="-93132" algn="l" defTabSz="372527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3" kern="1200">
          <a:solidFill>
            <a:schemeClr val="tx1"/>
          </a:solidFill>
          <a:latin typeface="+mn-lt"/>
          <a:ea typeface="+mn-ea"/>
          <a:cs typeface="+mn-cs"/>
        </a:defRPr>
      </a:lvl4pPr>
      <a:lvl5pPr marL="838185" indent="-93132" algn="l" defTabSz="372527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3" kern="1200">
          <a:solidFill>
            <a:schemeClr val="tx1"/>
          </a:solidFill>
          <a:latin typeface="+mn-lt"/>
          <a:ea typeface="+mn-ea"/>
          <a:cs typeface="+mn-cs"/>
        </a:defRPr>
      </a:lvl5pPr>
      <a:lvl6pPr marL="1024448" indent="-93132" algn="l" defTabSz="372527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3" kern="1200">
          <a:solidFill>
            <a:schemeClr val="tx1"/>
          </a:solidFill>
          <a:latin typeface="+mn-lt"/>
          <a:ea typeface="+mn-ea"/>
          <a:cs typeface="+mn-cs"/>
        </a:defRPr>
      </a:lvl6pPr>
      <a:lvl7pPr marL="1210711" indent="-93132" algn="l" defTabSz="372527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3" kern="1200">
          <a:solidFill>
            <a:schemeClr val="tx1"/>
          </a:solidFill>
          <a:latin typeface="+mn-lt"/>
          <a:ea typeface="+mn-ea"/>
          <a:cs typeface="+mn-cs"/>
        </a:defRPr>
      </a:lvl7pPr>
      <a:lvl8pPr marL="1396975" indent="-93132" algn="l" defTabSz="372527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3" kern="1200">
          <a:solidFill>
            <a:schemeClr val="tx1"/>
          </a:solidFill>
          <a:latin typeface="+mn-lt"/>
          <a:ea typeface="+mn-ea"/>
          <a:cs typeface="+mn-cs"/>
        </a:defRPr>
      </a:lvl8pPr>
      <a:lvl9pPr marL="1583238" indent="-93132" algn="l" defTabSz="372527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2527" rtl="0" eaLnBrk="1" latinLnBrk="0" hangingPunct="1">
        <a:defRPr sz="733" kern="1200">
          <a:solidFill>
            <a:schemeClr val="tx1"/>
          </a:solidFill>
          <a:latin typeface="+mn-lt"/>
          <a:ea typeface="+mn-ea"/>
          <a:cs typeface="+mn-cs"/>
        </a:defRPr>
      </a:lvl1pPr>
      <a:lvl2pPr marL="186263" algn="l" defTabSz="372527" rtl="0" eaLnBrk="1" latinLnBrk="0" hangingPunct="1">
        <a:defRPr sz="733" kern="1200">
          <a:solidFill>
            <a:schemeClr val="tx1"/>
          </a:solidFill>
          <a:latin typeface="+mn-lt"/>
          <a:ea typeface="+mn-ea"/>
          <a:cs typeface="+mn-cs"/>
        </a:defRPr>
      </a:lvl2pPr>
      <a:lvl3pPr marL="372527" algn="l" defTabSz="372527" rtl="0" eaLnBrk="1" latinLnBrk="0" hangingPunct="1">
        <a:defRPr sz="733" kern="1200">
          <a:solidFill>
            <a:schemeClr val="tx1"/>
          </a:solidFill>
          <a:latin typeface="+mn-lt"/>
          <a:ea typeface="+mn-ea"/>
          <a:cs typeface="+mn-cs"/>
        </a:defRPr>
      </a:lvl3pPr>
      <a:lvl4pPr marL="558790" algn="l" defTabSz="372527" rtl="0" eaLnBrk="1" latinLnBrk="0" hangingPunct="1">
        <a:defRPr sz="733" kern="1200">
          <a:solidFill>
            <a:schemeClr val="tx1"/>
          </a:solidFill>
          <a:latin typeface="+mn-lt"/>
          <a:ea typeface="+mn-ea"/>
          <a:cs typeface="+mn-cs"/>
        </a:defRPr>
      </a:lvl4pPr>
      <a:lvl5pPr marL="745053" algn="l" defTabSz="372527" rtl="0" eaLnBrk="1" latinLnBrk="0" hangingPunct="1">
        <a:defRPr sz="733" kern="1200">
          <a:solidFill>
            <a:schemeClr val="tx1"/>
          </a:solidFill>
          <a:latin typeface="+mn-lt"/>
          <a:ea typeface="+mn-ea"/>
          <a:cs typeface="+mn-cs"/>
        </a:defRPr>
      </a:lvl5pPr>
      <a:lvl6pPr marL="931316" algn="l" defTabSz="372527" rtl="0" eaLnBrk="1" latinLnBrk="0" hangingPunct="1">
        <a:defRPr sz="733" kern="1200">
          <a:solidFill>
            <a:schemeClr val="tx1"/>
          </a:solidFill>
          <a:latin typeface="+mn-lt"/>
          <a:ea typeface="+mn-ea"/>
          <a:cs typeface="+mn-cs"/>
        </a:defRPr>
      </a:lvl6pPr>
      <a:lvl7pPr marL="1117580" algn="l" defTabSz="372527" rtl="0" eaLnBrk="1" latinLnBrk="0" hangingPunct="1">
        <a:defRPr sz="733" kern="1200">
          <a:solidFill>
            <a:schemeClr val="tx1"/>
          </a:solidFill>
          <a:latin typeface="+mn-lt"/>
          <a:ea typeface="+mn-ea"/>
          <a:cs typeface="+mn-cs"/>
        </a:defRPr>
      </a:lvl7pPr>
      <a:lvl8pPr marL="1303843" algn="l" defTabSz="372527" rtl="0" eaLnBrk="1" latinLnBrk="0" hangingPunct="1">
        <a:defRPr sz="733" kern="1200">
          <a:solidFill>
            <a:schemeClr val="tx1"/>
          </a:solidFill>
          <a:latin typeface="+mn-lt"/>
          <a:ea typeface="+mn-ea"/>
          <a:cs typeface="+mn-cs"/>
        </a:defRPr>
      </a:lvl8pPr>
      <a:lvl9pPr marL="1490106" algn="l" defTabSz="372527" rtl="0" eaLnBrk="1" latinLnBrk="0" hangingPunct="1">
        <a:defRPr sz="7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7AE32B2-8999-A6EB-4023-F89C542F1DB6}"/>
              </a:ext>
            </a:extLst>
          </p:cNvPr>
          <p:cNvGrpSpPr/>
          <p:nvPr/>
        </p:nvGrpSpPr>
        <p:grpSpPr>
          <a:xfrm>
            <a:off x="27957" y="73454"/>
            <a:ext cx="4846331" cy="2913792"/>
            <a:chOff x="-476612" y="969109"/>
            <a:chExt cx="4846331" cy="291379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A8D9DE6-3E69-421D-7D9B-23F405CF9BB1}"/>
                </a:ext>
              </a:extLst>
            </p:cNvPr>
            <p:cNvGrpSpPr/>
            <p:nvPr/>
          </p:nvGrpSpPr>
          <p:grpSpPr>
            <a:xfrm>
              <a:off x="1399080" y="969109"/>
              <a:ext cx="1485313" cy="1148860"/>
              <a:chOff x="4794742" y="969108"/>
              <a:chExt cx="1301258" cy="1148861"/>
            </a:xfrm>
          </p:grpSpPr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C23EC287-FCC3-C07E-4F5B-173DC26E67EF}"/>
                  </a:ext>
                </a:extLst>
              </p:cNvPr>
              <p:cNvSpPr/>
              <p:nvPr/>
            </p:nvSpPr>
            <p:spPr>
              <a:xfrm>
                <a:off x="4798646" y="969108"/>
                <a:ext cx="1297354" cy="11488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1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E44B35-3AD7-C4C3-2772-F3987BD26F4F}"/>
                  </a:ext>
                </a:extLst>
              </p:cNvPr>
              <p:cNvSpPr txBox="1"/>
              <p:nvPr/>
            </p:nvSpPr>
            <p:spPr>
              <a:xfrm>
                <a:off x="4794742" y="1164493"/>
                <a:ext cx="1297352" cy="842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altLang="zh-CN" sz="2401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 Child</a:t>
                </a:r>
                <a:endParaRPr lang="zh-CN" altLang="en-US" sz="2401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9D8EA8-49E0-079C-1302-0749A1878370}"/>
                </a:ext>
              </a:extLst>
            </p:cNvPr>
            <p:cNvGrpSpPr/>
            <p:nvPr/>
          </p:nvGrpSpPr>
          <p:grpSpPr>
            <a:xfrm>
              <a:off x="-476612" y="2734041"/>
              <a:ext cx="1875692" cy="1148860"/>
              <a:chOff x="4638429" y="969108"/>
              <a:chExt cx="1633414" cy="1148861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5BF1834A-A2DF-0166-DF5D-F06426D08CD3}"/>
                  </a:ext>
                </a:extLst>
              </p:cNvPr>
              <p:cNvSpPr/>
              <p:nvPr/>
            </p:nvSpPr>
            <p:spPr>
              <a:xfrm>
                <a:off x="4798646" y="969108"/>
                <a:ext cx="1297354" cy="11488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1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F19B7D-F168-8C3C-ECC5-1588A2872F3D}"/>
                  </a:ext>
                </a:extLst>
              </p:cNvPr>
              <p:cNvSpPr txBox="1"/>
              <p:nvPr/>
            </p:nvSpPr>
            <p:spPr>
              <a:xfrm>
                <a:off x="4638429" y="1164493"/>
                <a:ext cx="1633414" cy="842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altLang="zh-CN" sz="2401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Generated Parent</a:t>
                </a:r>
                <a:endParaRPr lang="zh-CN" altLang="en-US" sz="2401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DB9118A-D0C9-6752-301C-03A8E776B2D9}"/>
                </a:ext>
              </a:extLst>
            </p:cNvPr>
            <p:cNvGrpSpPr/>
            <p:nvPr/>
          </p:nvGrpSpPr>
          <p:grpSpPr>
            <a:xfrm>
              <a:off x="2879936" y="2697590"/>
              <a:ext cx="1489783" cy="1148860"/>
              <a:chOff x="4794742" y="969108"/>
              <a:chExt cx="1301258" cy="1148861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D3C18BDC-3610-09DA-AD5F-EE926B140ED5}"/>
                  </a:ext>
                </a:extLst>
              </p:cNvPr>
              <p:cNvSpPr/>
              <p:nvPr/>
            </p:nvSpPr>
            <p:spPr>
              <a:xfrm>
                <a:off x="4798646" y="969108"/>
                <a:ext cx="1297354" cy="11488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1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A42551A-03A8-06A5-B169-FB6B3CA3E9F5}"/>
                  </a:ext>
                </a:extLst>
              </p:cNvPr>
              <p:cNvSpPr txBox="1"/>
              <p:nvPr/>
            </p:nvSpPr>
            <p:spPr>
              <a:xfrm>
                <a:off x="4794742" y="1164493"/>
                <a:ext cx="1297353" cy="842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altLang="zh-CN" sz="2401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 Parent</a:t>
                </a:r>
                <a:endParaRPr lang="zh-CN" altLang="en-US" sz="2401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77C41AA2-8669-6C63-FE70-A8AD9AFB1091}"/>
                </a:ext>
              </a:extLst>
            </p:cNvPr>
            <p:cNvCxnSpPr/>
            <p:nvPr/>
          </p:nvCxnSpPr>
          <p:spPr>
            <a:xfrm flipH="1">
              <a:off x="754306" y="1995491"/>
              <a:ext cx="844062" cy="81023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21D5A3F-87D3-4360-752C-ECDB5E8F8350}"/>
                </a:ext>
              </a:extLst>
            </p:cNvPr>
            <p:cNvSpPr txBox="1"/>
            <p:nvPr/>
          </p:nvSpPr>
          <p:spPr>
            <a:xfrm>
              <a:off x="625357" y="2087711"/>
              <a:ext cx="676029" cy="467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1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1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A3B26F66-2D88-CBC2-BF7A-ACF9F4127F28}"/>
                </a:ext>
              </a:extLst>
            </p:cNvPr>
            <p:cNvCxnSpPr>
              <a:cxnSpLocks/>
            </p:cNvCxnSpPr>
            <p:nvPr/>
          </p:nvCxnSpPr>
          <p:spPr>
            <a:xfrm>
              <a:off x="2645307" y="1941424"/>
              <a:ext cx="680262" cy="82907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01BB726-91D8-6470-3FAE-690E728E2077}"/>
                </a:ext>
              </a:extLst>
            </p:cNvPr>
            <p:cNvCxnSpPr>
              <a:cxnSpLocks/>
            </p:cNvCxnSpPr>
            <p:nvPr/>
          </p:nvCxnSpPr>
          <p:spPr>
            <a:xfrm>
              <a:off x="1197155" y="3322786"/>
              <a:ext cx="171157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F136C15-9B8F-5BF7-4EA7-4CD52979263C}"/>
                </a:ext>
              </a:extLst>
            </p:cNvPr>
            <p:cNvSpPr txBox="1"/>
            <p:nvPr/>
          </p:nvSpPr>
          <p:spPr>
            <a:xfrm>
              <a:off x="2806043" y="2026488"/>
              <a:ext cx="676029" cy="467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1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1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8E3028C-6603-6118-79CA-74471CB07FDE}"/>
                </a:ext>
              </a:extLst>
            </p:cNvPr>
            <p:cNvSpPr txBox="1"/>
            <p:nvPr/>
          </p:nvSpPr>
          <p:spPr>
            <a:xfrm>
              <a:off x="1714923" y="2883258"/>
              <a:ext cx="676029" cy="467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1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1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737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</TotalTime>
  <Words>9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Qinghua zhao</dc:creator>
  <cp:lastModifiedBy>Qinghua zhao</cp:lastModifiedBy>
  <cp:revision>4</cp:revision>
  <dcterms:created xsi:type="dcterms:W3CDTF">2024-02-14T09:49:22Z</dcterms:created>
  <dcterms:modified xsi:type="dcterms:W3CDTF">2024-02-14T10:01:47Z</dcterms:modified>
</cp:coreProperties>
</file>