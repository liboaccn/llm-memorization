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0" r:id="rId1"/>
  </p:sldMasterIdLst>
  <p:sldIdLst>
    <p:sldId id="256" r:id="rId2"/>
  </p:sldIdLst>
  <p:sldSz cx="5508625" cy="54721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E7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5814"/>
  </p:normalViewPr>
  <p:slideViewPr>
    <p:cSldViewPr snapToGrid="0">
      <p:cViewPr>
        <p:scale>
          <a:sx n="75" d="100"/>
          <a:sy n="75" d="100"/>
        </p:scale>
        <p:origin x="1879" y="3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3147" y="895552"/>
            <a:ext cx="4682331" cy="1905106"/>
          </a:xfrm>
        </p:spPr>
        <p:txBody>
          <a:bodyPr anchor="b"/>
          <a:lstStyle>
            <a:lvl1pPr algn="ctr">
              <a:defRPr sz="361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8578" y="2874127"/>
            <a:ext cx="4131469" cy="1321160"/>
          </a:xfrm>
        </p:spPr>
        <p:txBody>
          <a:bodyPr/>
          <a:lstStyle>
            <a:lvl1pPr marL="0" indent="0" algn="ctr">
              <a:buNone/>
              <a:defRPr sz="1446"/>
            </a:lvl1pPr>
            <a:lvl2pPr marL="275417" indent="0" algn="ctr">
              <a:buNone/>
              <a:defRPr sz="1205"/>
            </a:lvl2pPr>
            <a:lvl3pPr marL="550835" indent="0" algn="ctr">
              <a:buNone/>
              <a:defRPr sz="1084"/>
            </a:lvl3pPr>
            <a:lvl4pPr marL="826252" indent="0" algn="ctr">
              <a:buNone/>
              <a:defRPr sz="964"/>
            </a:lvl4pPr>
            <a:lvl5pPr marL="1101669" indent="0" algn="ctr">
              <a:buNone/>
              <a:defRPr sz="964"/>
            </a:lvl5pPr>
            <a:lvl6pPr marL="1377086" indent="0" algn="ctr">
              <a:buNone/>
              <a:defRPr sz="964"/>
            </a:lvl6pPr>
            <a:lvl7pPr marL="1652504" indent="0" algn="ctr">
              <a:buNone/>
              <a:defRPr sz="964"/>
            </a:lvl7pPr>
            <a:lvl8pPr marL="1927921" indent="0" algn="ctr">
              <a:buNone/>
              <a:defRPr sz="964"/>
            </a:lvl8pPr>
            <a:lvl9pPr marL="2203338" indent="0" algn="ctr">
              <a:buNone/>
              <a:defRPr sz="964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A2140-9564-B541-93C7-A01BF30716BD}" type="datetimeFigureOut">
              <a:rPr kumimoji="1" lang="zh-CN" altLang="en-US" smtClean="0"/>
              <a:t>2024/2/15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6C9A8-B941-A64A-8D7D-EBEF6BA1692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03111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A2140-9564-B541-93C7-A01BF30716BD}" type="datetimeFigureOut">
              <a:rPr kumimoji="1" lang="zh-CN" altLang="en-US" smtClean="0"/>
              <a:t>2024/2/15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6C9A8-B941-A64A-8D7D-EBEF6BA1692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068242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5849" y="1364230"/>
            <a:ext cx="4751189" cy="2276247"/>
          </a:xfrm>
        </p:spPr>
        <p:txBody>
          <a:bodyPr anchor="b"/>
          <a:lstStyle>
            <a:lvl1pPr>
              <a:defRPr sz="361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5849" y="3662011"/>
            <a:ext cx="4751189" cy="1197024"/>
          </a:xfrm>
        </p:spPr>
        <p:txBody>
          <a:bodyPr/>
          <a:lstStyle>
            <a:lvl1pPr marL="0" indent="0">
              <a:buNone/>
              <a:defRPr sz="1446">
                <a:solidFill>
                  <a:schemeClr val="tx1"/>
                </a:solidFill>
              </a:defRPr>
            </a:lvl1pPr>
            <a:lvl2pPr marL="275417" indent="0">
              <a:buNone/>
              <a:defRPr sz="1205">
                <a:solidFill>
                  <a:schemeClr val="tx1">
                    <a:tint val="75000"/>
                  </a:schemeClr>
                </a:solidFill>
              </a:defRPr>
            </a:lvl2pPr>
            <a:lvl3pPr marL="550835" indent="0">
              <a:buNone/>
              <a:defRPr sz="1084">
                <a:solidFill>
                  <a:schemeClr val="tx1">
                    <a:tint val="75000"/>
                  </a:schemeClr>
                </a:solidFill>
              </a:defRPr>
            </a:lvl3pPr>
            <a:lvl4pPr marL="826252" indent="0">
              <a:buNone/>
              <a:defRPr sz="964">
                <a:solidFill>
                  <a:schemeClr val="tx1">
                    <a:tint val="75000"/>
                  </a:schemeClr>
                </a:solidFill>
              </a:defRPr>
            </a:lvl4pPr>
            <a:lvl5pPr marL="1101669" indent="0">
              <a:buNone/>
              <a:defRPr sz="964">
                <a:solidFill>
                  <a:schemeClr val="tx1">
                    <a:tint val="75000"/>
                  </a:schemeClr>
                </a:solidFill>
              </a:defRPr>
            </a:lvl5pPr>
            <a:lvl6pPr marL="1377086" indent="0">
              <a:buNone/>
              <a:defRPr sz="964">
                <a:solidFill>
                  <a:schemeClr val="tx1">
                    <a:tint val="75000"/>
                  </a:schemeClr>
                </a:solidFill>
              </a:defRPr>
            </a:lvl6pPr>
            <a:lvl7pPr marL="1652504" indent="0">
              <a:buNone/>
              <a:defRPr sz="964">
                <a:solidFill>
                  <a:schemeClr val="tx1">
                    <a:tint val="75000"/>
                  </a:schemeClr>
                </a:solidFill>
              </a:defRPr>
            </a:lvl7pPr>
            <a:lvl8pPr marL="1927921" indent="0">
              <a:buNone/>
              <a:defRPr sz="964">
                <a:solidFill>
                  <a:schemeClr val="tx1">
                    <a:tint val="75000"/>
                  </a:schemeClr>
                </a:solidFill>
              </a:defRPr>
            </a:lvl8pPr>
            <a:lvl9pPr marL="2203338" indent="0">
              <a:buNone/>
              <a:defRPr sz="96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A2140-9564-B541-93C7-A01BF30716BD}" type="datetimeFigureOut">
              <a:rPr kumimoji="1" lang="zh-CN" altLang="en-US" smtClean="0"/>
              <a:t>2024/2/15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6C9A8-B941-A64A-8D7D-EBEF6BA1692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47424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8718" y="1456697"/>
            <a:ext cx="2341166" cy="347200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88741" y="1456697"/>
            <a:ext cx="2341166" cy="347200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A2140-9564-B541-93C7-A01BF30716BD}" type="datetimeFigureOut">
              <a:rPr kumimoji="1" lang="zh-CN" altLang="en-US" smtClean="0"/>
              <a:t>2024/2/15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6C9A8-B941-A64A-8D7D-EBEF6BA1692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91397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9435" y="291340"/>
            <a:ext cx="4751189" cy="105768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9436" y="1341428"/>
            <a:ext cx="2330406" cy="657413"/>
          </a:xfrm>
        </p:spPr>
        <p:txBody>
          <a:bodyPr anchor="b"/>
          <a:lstStyle>
            <a:lvl1pPr marL="0" indent="0">
              <a:buNone/>
              <a:defRPr sz="1446" b="1"/>
            </a:lvl1pPr>
            <a:lvl2pPr marL="275417" indent="0">
              <a:buNone/>
              <a:defRPr sz="1205" b="1"/>
            </a:lvl2pPr>
            <a:lvl3pPr marL="550835" indent="0">
              <a:buNone/>
              <a:defRPr sz="1084" b="1"/>
            </a:lvl3pPr>
            <a:lvl4pPr marL="826252" indent="0">
              <a:buNone/>
              <a:defRPr sz="964" b="1"/>
            </a:lvl4pPr>
            <a:lvl5pPr marL="1101669" indent="0">
              <a:buNone/>
              <a:defRPr sz="964" b="1"/>
            </a:lvl5pPr>
            <a:lvl6pPr marL="1377086" indent="0">
              <a:buNone/>
              <a:defRPr sz="964" b="1"/>
            </a:lvl6pPr>
            <a:lvl7pPr marL="1652504" indent="0">
              <a:buNone/>
              <a:defRPr sz="964" b="1"/>
            </a:lvl7pPr>
            <a:lvl8pPr marL="1927921" indent="0">
              <a:buNone/>
              <a:defRPr sz="964" b="1"/>
            </a:lvl8pPr>
            <a:lvl9pPr marL="2203338" indent="0">
              <a:buNone/>
              <a:defRPr sz="96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9436" y="1998841"/>
            <a:ext cx="2330406" cy="293999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788742" y="1341428"/>
            <a:ext cx="2341883" cy="657413"/>
          </a:xfrm>
        </p:spPr>
        <p:txBody>
          <a:bodyPr anchor="b"/>
          <a:lstStyle>
            <a:lvl1pPr marL="0" indent="0">
              <a:buNone/>
              <a:defRPr sz="1446" b="1"/>
            </a:lvl1pPr>
            <a:lvl2pPr marL="275417" indent="0">
              <a:buNone/>
              <a:defRPr sz="1205" b="1"/>
            </a:lvl2pPr>
            <a:lvl3pPr marL="550835" indent="0">
              <a:buNone/>
              <a:defRPr sz="1084" b="1"/>
            </a:lvl3pPr>
            <a:lvl4pPr marL="826252" indent="0">
              <a:buNone/>
              <a:defRPr sz="964" b="1"/>
            </a:lvl4pPr>
            <a:lvl5pPr marL="1101669" indent="0">
              <a:buNone/>
              <a:defRPr sz="964" b="1"/>
            </a:lvl5pPr>
            <a:lvl6pPr marL="1377086" indent="0">
              <a:buNone/>
              <a:defRPr sz="964" b="1"/>
            </a:lvl6pPr>
            <a:lvl7pPr marL="1652504" indent="0">
              <a:buNone/>
              <a:defRPr sz="964" b="1"/>
            </a:lvl7pPr>
            <a:lvl8pPr marL="1927921" indent="0">
              <a:buNone/>
              <a:defRPr sz="964" b="1"/>
            </a:lvl8pPr>
            <a:lvl9pPr marL="2203338" indent="0">
              <a:buNone/>
              <a:defRPr sz="96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788742" y="1998841"/>
            <a:ext cx="2341883" cy="293999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A2140-9564-B541-93C7-A01BF30716BD}" type="datetimeFigureOut">
              <a:rPr kumimoji="1" lang="zh-CN" altLang="en-US" smtClean="0"/>
              <a:t>2024/2/15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6C9A8-B941-A64A-8D7D-EBEF6BA1692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627241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A2140-9564-B541-93C7-A01BF30716BD}" type="datetimeFigureOut">
              <a:rPr kumimoji="1" lang="zh-CN" altLang="en-US" smtClean="0"/>
              <a:t>2024/2/15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6C9A8-B941-A64A-8D7D-EBEF6BA1692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18740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A2140-9564-B541-93C7-A01BF30716BD}" type="datetimeFigureOut">
              <a:rPr kumimoji="1" lang="zh-CN" altLang="en-US" smtClean="0"/>
              <a:t>2024/2/15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6C9A8-B941-A64A-8D7D-EBEF6BA1692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82524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9435" y="364808"/>
            <a:ext cx="1776675" cy="1276826"/>
          </a:xfrm>
        </p:spPr>
        <p:txBody>
          <a:bodyPr anchor="b"/>
          <a:lstStyle>
            <a:lvl1pPr>
              <a:defRPr sz="192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41883" y="787884"/>
            <a:ext cx="2788741" cy="3888747"/>
          </a:xfrm>
        </p:spPr>
        <p:txBody>
          <a:bodyPr/>
          <a:lstStyle>
            <a:lvl1pPr>
              <a:defRPr sz="1928"/>
            </a:lvl1pPr>
            <a:lvl2pPr>
              <a:defRPr sz="1687"/>
            </a:lvl2pPr>
            <a:lvl3pPr>
              <a:defRPr sz="1446"/>
            </a:lvl3pPr>
            <a:lvl4pPr>
              <a:defRPr sz="1205"/>
            </a:lvl4pPr>
            <a:lvl5pPr>
              <a:defRPr sz="1205"/>
            </a:lvl5pPr>
            <a:lvl6pPr>
              <a:defRPr sz="1205"/>
            </a:lvl6pPr>
            <a:lvl7pPr>
              <a:defRPr sz="1205"/>
            </a:lvl7pPr>
            <a:lvl8pPr>
              <a:defRPr sz="1205"/>
            </a:lvl8pPr>
            <a:lvl9pPr>
              <a:defRPr sz="120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9435" y="1641634"/>
            <a:ext cx="1776675" cy="3041330"/>
          </a:xfrm>
        </p:spPr>
        <p:txBody>
          <a:bodyPr/>
          <a:lstStyle>
            <a:lvl1pPr marL="0" indent="0">
              <a:buNone/>
              <a:defRPr sz="964"/>
            </a:lvl1pPr>
            <a:lvl2pPr marL="275417" indent="0">
              <a:buNone/>
              <a:defRPr sz="843"/>
            </a:lvl2pPr>
            <a:lvl3pPr marL="550835" indent="0">
              <a:buNone/>
              <a:defRPr sz="723"/>
            </a:lvl3pPr>
            <a:lvl4pPr marL="826252" indent="0">
              <a:buNone/>
              <a:defRPr sz="602"/>
            </a:lvl4pPr>
            <a:lvl5pPr marL="1101669" indent="0">
              <a:buNone/>
              <a:defRPr sz="602"/>
            </a:lvl5pPr>
            <a:lvl6pPr marL="1377086" indent="0">
              <a:buNone/>
              <a:defRPr sz="602"/>
            </a:lvl6pPr>
            <a:lvl7pPr marL="1652504" indent="0">
              <a:buNone/>
              <a:defRPr sz="602"/>
            </a:lvl7pPr>
            <a:lvl8pPr marL="1927921" indent="0">
              <a:buNone/>
              <a:defRPr sz="602"/>
            </a:lvl8pPr>
            <a:lvl9pPr marL="2203338" indent="0">
              <a:buNone/>
              <a:defRPr sz="60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A2140-9564-B541-93C7-A01BF30716BD}" type="datetimeFigureOut">
              <a:rPr kumimoji="1" lang="zh-CN" altLang="en-US" smtClean="0"/>
              <a:t>2024/2/15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6C9A8-B941-A64A-8D7D-EBEF6BA1692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4390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9435" y="364808"/>
            <a:ext cx="1776675" cy="1276826"/>
          </a:xfrm>
        </p:spPr>
        <p:txBody>
          <a:bodyPr anchor="b"/>
          <a:lstStyle>
            <a:lvl1pPr>
              <a:defRPr sz="192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41883" y="787884"/>
            <a:ext cx="2788741" cy="3888747"/>
          </a:xfrm>
        </p:spPr>
        <p:txBody>
          <a:bodyPr anchor="t"/>
          <a:lstStyle>
            <a:lvl1pPr marL="0" indent="0">
              <a:buNone/>
              <a:defRPr sz="1928"/>
            </a:lvl1pPr>
            <a:lvl2pPr marL="275417" indent="0">
              <a:buNone/>
              <a:defRPr sz="1687"/>
            </a:lvl2pPr>
            <a:lvl3pPr marL="550835" indent="0">
              <a:buNone/>
              <a:defRPr sz="1446"/>
            </a:lvl3pPr>
            <a:lvl4pPr marL="826252" indent="0">
              <a:buNone/>
              <a:defRPr sz="1205"/>
            </a:lvl4pPr>
            <a:lvl5pPr marL="1101669" indent="0">
              <a:buNone/>
              <a:defRPr sz="1205"/>
            </a:lvl5pPr>
            <a:lvl6pPr marL="1377086" indent="0">
              <a:buNone/>
              <a:defRPr sz="1205"/>
            </a:lvl6pPr>
            <a:lvl7pPr marL="1652504" indent="0">
              <a:buNone/>
              <a:defRPr sz="1205"/>
            </a:lvl7pPr>
            <a:lvl8pPr marL="1927921" indent="0">
              <a:buNone/>
              <a:defRPr sz="1205"/>
            </a:lvl8pPr>
            <a:lvl9pPr marL="2203338" indent="0">
              <a:buNone/>
              <a:defRPr sz="1205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9435" y="1641634"/>
            <a:ext cx="1776675" cy="3041330"/>
          </a:xfrm>
        </p:spPr>
        <p:txBody>
          <a:bodyPr/>
          <a:lstStyle>
            <a:lvl1pPr marL="0" indent="0">
              <a:buNone/>
              <a:defRPr sz="964"/>
            </a:lvl1pPr>
            <a:lvl2pPr marL="275417" indent="0">
              <a:buNone/>
              <a:defRPr sz="843"/>
            </a:lvl2pPr>
            <a:lvl3pPr marL="550835" indent="0">
              <a:buNone/>
              <a:defRPr sz="723"/>
            </a:lvl3pPr>
            <a:lvl4pPr marL="826252" indent="0">
              <a:buNone/>
              <a:defRPr sz="602"/>
            </a:lvl4pPr>
            <a:lvl5pPr marL="1101669" indent="0">
              <a:buNone/>
              <a:defRPr sz="602"/>
            </a:lvl5pPr>
            <a:lvl6pPr marL="1377086" indent="0">
              <a:buNone/>
              <a:defRPr sz="602"/>
            </a:lvl6pPr>
            <a:lvl7pPr marL="1652504" indent="0">
              <a:buNone/>
              <a:defRPr sz="602"/>
            </a:lvl7pPr>
            <a:lvl8pPr marL="1927921" indent="0">
              <a:buNone/>
              <a:defRPr sz="602"/>
            </a:lvl8pPr>
            <a:lvl9pPr marL="2203338" indent="0">
              <a:buNone/>
              <a:defRPr sz="60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A2140-9564-B541-93C7-A01BF30716BD}" type="datetimeFigureOut">
              <a:rPr kumimoji="1" lang="zh-CN" altLang="en-US" smtClean="0"/>
              <a:t>2024/2/15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6C9A8-B941-A64A-8D7D-EBEF6BA1692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90265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A2140-9564-B541-93C7-A01BF30716BD}" type="datetimeFigureOut">
              <a:rPr kumimoji="1" lang="zh-CN" altLang="en-US" smtClean="0"/>
              <a:t>2024/2/15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6C9A8-B941-A64A-8D7D-EBEF6BA1692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91375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942110" y="291339"/>
            <a:ext cx="1187797" cy="463736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8718" y="291339"/>
            <a:ext cx="3494534" cy="463736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A2140-9564-B541-93C7-A01BF30716BD}" type="datetimeFigureOut">
              <a:rPr kumimoji="1" lang="zh-CN" altLang="en-US" smtClean="0"/>
              <a:t>2024/2/15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6C9A8-B941-A64A-8D7D-EBEF6BA1692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33996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8718" y="291340"/>
            <a:ext cx="4751189" cy="10576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8718" y="1456697"/>
            <a:ext cx="4751189" cy="34720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8718" y="5071839"/>
            <a:ext cx="1239441" cy="2913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EA2140-9564-B541-93C7-A01BF30716BD}" type="datetimeFigureOut">
              <a:rPr kumimoji="1" lang="zh-CN" altLang="en-US" smtClean="0"/>
              <a:t>2024/2/15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24732" y="5071839"/>
            <a:ext cx="1859161" cy="2913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90466" y="5071839"/>
            <a:ext cx="1239441" cy="2913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16C9A8-B941-A64A-8D7D-EBEF6BA1692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73480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defTabSz="550835" rtl="0" eaLnBrk="1" latinLnBrk="0" hangingPunct="1">
        <a:lnSpc>
          <a:spcPct val="90000"/>
        </a:lnSpc>
        <a:spcBef>
          <a:spcPct val="0"/>
        </a:spcBef>
        <a:buNone/>
        <a:defRPr sz="265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7709" indent="-137709" algn="l" defTabSz="550835" rtl="0" eaLnBrk="1" latinLnBrk="0" hangingPunct="1">
        <a:lnSpc>
          <a:spcPct val="90000"/>
        </a:lnSpc>
        <a:spcBef>
          <a:spcPts val="602"/>
        </a:spcBef>
        <a:buFont typeface="Arial" panose="020B0604020202020204" pitchFamily="34" charset="0"/>
        <a:buChar char="•"/>
        <a:defRPr sz="1687" kern="1200">
          <a:solidFill>
            <a:schemeClr val="tx1"/>
          </a:solidFill>
          <a:latin typeface="+mn-lt"/>
          <a:ea typeface="+mn-ea"/>
          <a:cs typeface="+mn-cs"/>
        </a:defRPr>
      </a:lvl1pPr>
      <a:lvl2pPr marL="413126" indent="-137709" algn="l" defTabSz="550835" rtl="0" eaLnBrk="1" latinLnBrk="0" hangingPunct="1">
        <a:lnSpc>
          <a:spcPct val="90000"/>
        </a:lnSpc>
        <a:spcBef>
          <a:spcPts val="301"/>
        </a:spcBef>
        <a:buFont typeface="Arial" panose="020B0604020202020204" pitchFamily="34" charset="0"/>
        <a:buChar char="•"/>
        <a:defRPr sz="1446" kern="1200">
          <a:solidFill>
            <a:schemeClr val="tx1"/>
          </a:solidFill>
          <a:latin typeface="+mn-lt"/>
          <a:ea typeface="+mn-ea"/>
          <a:cs typeface="+mn-cs"/>
        </a:defRPr>
      </a:lvl2pPr>
      <a:lvl3pPr marL="688543" indent="-137709" algn="l" defTabSz="550835" rtl="0" eaLnBrk="1" latinLnBrk="0" hangingPunct="1">
        <a:lnSpc>
          <a:spcPct val="90000"/>
        </a:lnSpc>
        <a:spcBef>
          <a:spcPts val="301"/>
        </a:spcBef>
        <a:buFont typeface="Arial" panose="020B0604020202020204" pitchFamily="34" charset="0"/>
        <a:buChar char="•"/>
        <a:defRPr sz="1205" kern="1200">
          <a:solidFill>
            <a:schemeClr val="tx1"/>
          </a:solidFill>
          <a:latin typeface="+mn-lt"/>
          <a:ea typeface="+mn-ea"/>
          <a:cs typeface="+mn-cs"/>
        </a:defRPr>
      </a:lvl3pPr>
      <a:lvl4pPr marL="963960" indent="-137709" algn="l" defTabSz="550835" rtl="0" eaLnBrk="1" latinLnBrk="0" hangingPunct="1">
        <a:lnSpc>
          <a:spcPct val="90000"/>
        </a:lnSpc>
        <a:spcBef>
          <a:spcPts val="301"/>
        </a:spcBef>
        <a:buFont typeface="Arial" panose="020B0604020202020204" pitchFamily="34" charset="0"/>
        <a:buChar char="•"/>
        <a:defRPr sz="1084" kern="1200">
          <a:solidFill>
            <a:schemeClr val="tx1"/>
          </a:solidFill>
          <a:latin typeface="+mn-lt"/>
          <a:ea typeface="+mn-ea"/>
          <a:cs typeface="+mn-cs"/>
        </a:defRPr>
      </a:lvl4pPr>
      <a:lvl5pPr marL="1239378" indent="-137709" algn="l" defTabSz="550835" rtl="0" eaLnBrk="1" latinLnBrk="0" hangingPunct="1">
        <a:lnSpc>
          <a:spcPct val="90000"/>
        </a:lnSpc>
        <a:spcBef>
          <a:spcPts val="301"/>
        </a:spcBef>
        <a:buFont typeface="Arial" panose="020B0604020202020204" pitchFamily="34" charset="0"/>
        <a:buChar char="•"/>
        <a:defRPr sz="1084" kern="1200">
          <a:solidFill>
            <a:schemeClr val="tx1"/>
          </a:solidFill>
          <a:latin typeface="+mn-lt"/>
          <a:ea typeface="+mn-ea"/>
          <a:cs typeface="+mn-cs"/>
        </a:defRPr>
      </a:lvl5pPr>
      <a:lvl6pPr marL="1514795" indent="-137709" algn="l" defTabSz="550835" rtl="0" eaLnBrk="1" latinLnBrk="0" hangingPunct="1">
        <a:lnSpc>
          <a:spcPct val="90000"/>
        </a:lnSpc>
        <a:spcBef>
          <a:spcPts val="301"/>
        </a:spcBef>
        <a:buFont typeface="Arial" panose="020B0604020202020204" pitchFamily="34" charset="0"/>
        <a:buChar char="•"/>
        <a:defRPr sz="1084" kern="1200">
          <a:solidFill>
            <a:schemeClr val="tx1"/>
          </a:solidFill>
          <a:latin typeface="+mn-lt"/>
          <a:ea typeface="+mn-ea"/>
          <a:cs typeface="+mn-cs"/>
        </a:defRPr>
      </a:lvl6pPr>
      <a:lvl7pPr marL="1790212" indent="-137709" algn="l" defTabSz="550835" rtl="0" eaLnBrk="1" latinLnBrk="0" hangingPunct="1">
        <a:lnSpc>
          <a:spcPct val="90000"/>
        </a:lnSpc>
        <a:spcBef>
          <a:spcPts val="301"/>
        </a:spcBef>
        <a:buFont typeface="Arial" panose="020B0604020202020204" pitchFamily="34" charset="0"/>
        <a:buChar char="•"/>
        <a:defRPr sz="1084" kern="1200">
          <a:solidFill>
            <a:schemeClr val="tx1"/>
          </a:solidFill>
          <a:latin typeface="+mn-lt"/>
          <a:ea typeface="+mn-ea"/>
          <a:cs typeface="+mn-cs"/>
        </a:defRPr>
      </a:lvl7pPr>
      <a:lvl8pPr marL="2065630" indent="-137709" algn="l" defTabSz="550835" rtl="0" eaLnBrk="1" latinLnBrk="0" hangingPunct="1">
        <a:lnSpc>
          <a:spcPct val="90000"/>
        </a:lnSpc>
        <a:spcBef>
          <a:spcPts val="301"/>
        </a:spcBef>
        <a:buFont typeface="Arial" panose="020B0604020202020204" pitchFamily="34" charset="0"/>
        <a:buChar char="•"/>
        <a:defRPr sz="1084" kern="1200">
          <a:solidFill>
            <a:schemeClr val="tx1"/>
          </a:solidFill>
          <a:latin typeface="+mn-lt"/>
          <a:ea typeface="+mn-ea"/>
          <a:cs typeface="+mn-cs"/>
        </a:defRPr>
      </a:lvl8pPr>
      <a:lvl9pPr marL="2341047" indent="-137709" algn="l" defTabSz="550835" rtl="0" eaLnBrk="1" latinLnBrk="0" hangingPunct="1">
        <a:lnSpc>
          <a:spcPct val="90000"/>
        </a:lnSpc>
        <a:spcBef>
          <a:spcPts val="301"/>
        </a:spcBef>
        <a:buFont typeface="Arial" panose="020B0604020202020204" pitchFamily="34" charset="0"/>
        <a:buChar char="•"/>
        <a:defRPr sz="10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50835" rtl="0" eaLnBrk="1" latinLnBrk="0" hangingPunct="1">
        <a:defRPr sz="1084" kern="1200">
          <a:solidFill>
            <a:schemeClr val="tx1"/>
          </a:solidFill>
          <a:latin typeface="+mn-lt"/>
          <a:ea typeface="+mn-ea"/>
          <a:cs typeface="+mn-cs"/>
        </a:defRPr>
      </a:lvl1pPr>
      <a:lvl2pPr marL="275417" algn="l" defTabSz="550835" rtl="0" eaLnBrk="1" latinLnBrk="0" hangingPunct="1">
        <a:defRPr sz="1084" kern="1200">
          <a:solidFill>
            <a:schemeClr val="tx1"/>
          </a:solidFill>
          <a:latin typeface="+mn-lt"/>
          <a:ea typeface="+mn-ea"/>
          <a:cs typeface="+mn-cs"/>
        </a:defRPr>
      </a:lvl2pPr>
      <a:lvl3pPr marL="550835" algn="l" defTabSz="550835" rtl="0" eaLnBrk="1" latinLnBrk="0" hangingPunct="1">
        <a:defRPr sz="1084" kern="1200">
          <a:solidFill>
            <a:schemeClr val="tx1"/>
          </a:solidFill>
          <a:latin typeface="+mn-lt"/>
          <a:ea typeface="+mn-ea"/>
          <a:cs typeface="+mn-cs"/>
        </a:defRPr>
      </a:lvl3pPr>
      <a:lvl4pPr marL="826252" algn="l" defTabSz="550835" rtl="0" eaLnBrk="1" latinLnBrk="0" hangingPunct="1">
        <a:defRPr sz="1084" kern="1200">
          <a:solidFill>
            <a:schemeClr val="tx1"/>
          </a:solidFill>
          <a:latin typeface="+mn-lt"/>
          <a:ea typeface="+mn-ea"/>
          <a:cs typeface="+mn-cs"/>
        </a:defRPr>
      </a:lvl4pPr>
      <a:lvl5pPr marL="1101669" algn="l" defTabSz="550835" rtl="0" eaLnBrk="1" latinLnBrk="0" hangingPunct="1">
        <a:defRPr sz="1084" kern="1200">
          <a:solidFill>
            <a:schemeClr val="tx1"/>
          </a:solidFill>
          <a:latin typeface="+mn-lt"/>
          <a:ea typeface="+mn-ea"/>
          <a:cs typeface="+mn-cs"/>
        </a:defRPr>
      </a:lvl5pPr>
      <a:lvl6pPr marL="1377086" algn="l" defTabSz="550835" rtl="0" eaLnBrk="1" latinLnBrk="0" hangingPunct="1">
        <a:defRPr sz="1084" kern="1200">
          <a:solidFill>
            <a:schemeClr val="tx1"/>
          </a:solidFill>
          <a:latin typeface="+mn-lt"/>
          <a:ea typeface="+mn-ea"/>
          <a:cs typeface="+mn-cs"/>
        </a:defRPr>
      </a:lvl6pPr>
      <a:lvl7pPr marL="1652504" algn="l" defTabSz="550835" rtl="0" eaLnBrk="1" latinLnBrk="0" hangingPunct="1">
        <a:defRPr sz="1084" kern="1200">
          <a:solidFill>
            <a:schemeClr val="tx1"/>
          </a:solidFill>
          <a:latin typeface="+mn-lt"/>
          <a:ea typeface="+mn-ea"/>
          <a:cs typeface="+mn-cs"/>
        </a:defRPr>
      </a:lvl7pPr>
      <a:lvl8pPr marL="1927921" algn="l" defTabSz="550835" rtl="0" eaLnBrk="1" latinLnBrk="0" hangingPunct="1">
        <a:defRPr sz="1084" kern="1200">
          <a:solidFill>
            <a:schemeClr val="tx1"/>
          </a:solidFill>
          <a:latin typeface="+mn-lt"/>
          <a:ea typeface="+mn-ea"/>
          <a:cs typeface="+mn-cs"/>
        </a:defRPr>
      </a:lvl8pPr>
      <a:lvl9pPr marL="2203338" algn="l" defTabSz="550835" rtl="0" eaLnBrk="1" latinLnBrk="0" hangingPunct="1">
        <a:defRPr sz="10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jp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组合 85">
            <a:extLst>
              <a:ext uri="{FF2B5EF4-FFF2-40B4-BE49-F238E27FC236}">
                <a16:creationId xmlns:a16="http://schemas.microsoft.com/office/drawing/2014/main" id="{EF8EDF2F-B8C8-152A-9694-36AF3717E71F}"/>
              </a:ext>
            </a:extLst>
          </p:cNvPr>
          <p:cNvGrpSpPr/>
          <p:nvPr/>
        </p:nvGrpSpPr>
        <p:grpSpPr>
          <a:xfrm>
            <a:off x="75928" y="99856"/>
            <a:ext cx="5420298" cy="5302211"/>
            <a:chOff x="63548" y="575769"/>
            <a:chExt cx="5314079" cy="5198307"/>
          </a:xfrm>
        </p:grpSpPr>
        <p:sp>
          <p:nvSpPr>
            <p:cNvPr id="37" name="Google Shape;54;p13">
              <a:extLst>
                <a:ext uri="{FF2B5EF4-FFF2-40B4-BE49-F238E27FC236}">
                  <a16:creationId xmlns:a16="http://schemas.microsoft.com/office/drawing/2014/main" id="{C423C1D9-3C05-D266-2985-FAF371C2FB03}"/>
                </a:ext>
              </a:extLst>
            </p:cNvPr>
            <p:cNvSpPr/>
            <p:nvPr/>
          </p:nvSpPr>
          <p:spPr>
            <a:xfrm>
              <a:off x="128905" y="1466413"/>
              <a:ext cx="5151120" cy="1299132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3252" tIns="93252" rIns="93252" bIns="93252" anchor="ctr" anchorCtr="0">
              <a:noAutofit/>
            </a:bodyPr>
            <a:lstStyle/>
            <a:p>
              <a:pPr>
                <a:buClr>
                  <a:schemeClr val="dk1"/>
                </a:buClr>
                <a:buSzPts val="1100"/>
              </a:pPr>
              <a:endParaRPr sz="1121" dirty="0"/>
            </a:p>
          </p:txBody>
        </p: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BCF05C20-9AFD-C166-A751-70378AFFEEAF}"/>
                </a:ext>
              </a:extLst>
            </p:cNvPr>
            <p:cNvGrpSpPr/>
            <p:nvPr/>
          </p:nvGrpSpPr>
          <p:grpSpPr>
            <a:xfrm>
              <a:off x="400642" y="2082161"/>
              <a:ext cx="1413022" cy="537933"/>
              <a:chOff x="660686" y="1164657"/>
              <a:chExt cx="684475" cy="251245"/>
            </a:xfrm>
          </p:grpSpPr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C088FF44-9326-701D-1B73-613BE53EE8A5}"/>
                  </a:ext>
                </a:extLst>
              </p:cNvPr>
              <p:cNvSpPr/>
              <p:nvPr/>
            </p:nvSpPr>
            <p:spPr>
              <a:xfrm>
                <a:off x="660686" y="1164657"/>
                <a:ext cx="108000" cy="108000"/>
              </a:xfrm>
              <a:prstGeom prst="rect">
                <a:avLst/>
              </a:prstGeom>
              <a:solidFill>
                <a:srgbClr val="FCE7CF"/>
              </a:solidFill>
              <a:ln w="127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836"/>
              </a:p>
            </p:txBody>
          </p:sp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5652A249-B1F8-EF9A-471E-CA9D80107A96}"/>
                  </a:ext>
                </a:extLst>
              </p:cNvPr>
              <p:cNvSpPr/>
              <p:nvPr/>
            </p:nvSpPr>
            <p:spPr>
              <a:xfrm>
                <a:off x="775981" y="1164657"/>
                <a:ext cx="108000" cy="108000"/>
              </a:xfrm>
              <a:prstGeom prst="rect">
                <a:avLst/>
              </a:prstGeom>
              <a:solidFill>
                <a:srgbClr val="FCE7CF"/>
              </a:solidFill>
              <a:ln w="127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836"/>
              </a:p>
            </p:txBody>
          </p:sp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45FAFADB-ACA6-7982-7C30-A014F201780E}"/>
                  </a:ext>
                </a:extLst>
              </p:cNvPr>
              <p:cNvSpPr/>
              <p:nvPr/>
            </p:nvSpPr>
            <p:spPr>
              <a:xfrm>
                <a:off x="891276" y="1164657"/>
                <a:ext cx="108000" cy="108000"/>
              </a:xfrm>
              <a:prstGeom prst="rect">
                <a:avLst/>
              </a:prstGeom>
              <a:solidFill>
                <a:srgbClr val="FCE7CF"/>
              </a:solidFill>
              <a:ln w="127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836"/>
              </a:p>
            </p:txBody>
          </p:sp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30C72D68-F594-D5C0-8B73-EA6269C87198}"/>
                  </a:ext>
                </a:extLst>
              </p:cNvPr>
              <p:cNvSpPr/>
              <p:nvPr/>
            </p:nvSpPr>
            <p:spPr>
              <a:xfrm>
                <a:off x="1006571" y="1164657"/>
                <a:ext cx="108000" cy="108000"/>
              </a:xfrm>
              <a:prstGeom prst="rect">
                <a:avLst/>
              </a:prstGeom>
              <a:solidFill>
                <a:srgbClr val="FCE7CF"/>
              </a:solidFill>
              <a:ln w="127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836"/>
              </a:p>
            </p:txBody>
          </p:sp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6A6183B0-3C41-E46B-1805-6BBDE9E16BBE}"/>
                  </a:ext>
                </a:extLst>
              </p:cNvPr>
              <p:cNvSpPr/>
              <p:nvPr/>
            </p:nvSpPr>
            <p:spPr>
              <a:xfrm>
                <a:off x="1121866" y="1164657"/>
                <a:ext cx="108000" cy="108000"/>
              </a:xfrm>
              <a:prstGeom prst="rect">
                <a:avLst/>
              </a:prstGeom>
              <a:solidFill>
                <a:srgbClr val="FCE7CF"/>
              </a:solidFill>
              <a:ln w="127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836"/>
              </a:p>
            </p:txBody>
          </p:sp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AA8A31DF-A3D4-74F2-C425-3ADE42D7C540}"/>
                  </a:ext>
                </a:extLst>
              </p:cNvPr>
              <p:cNvSpPr/>
              <p:nvPr/>
            </p:nvSpPr>
            <p:spPr>
              <a:xfrm>
                <a:off x="1237161" y="1164657"/>
                <a:ext cx="108000" cy="108000"/>
              </a:xfrm>
              <a:prstGeom prst="rect">
                <a:avLst/>
              </a:prstGeom>
              <a:solidFill>
                <a:srgbClr val="FCE7CF"/>
              </a:solidFill>
              <a:ln w="127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836"/>
              </a:p>
            </p:txBody>
          </p:sp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0C7E4872-DCAD-6F20-248B-F3D183BF006D}"/>
                  </a:ext>
                </a:extLst>
              </p:cNvPr>
              <p:cNvSpPr/>
              <p:nvPr/>
            </p:nvSpPr>
            <p:spPr>
              <a:xfrm>
                <a:off x="660686" y="1307902"/>
                <a:ext cx="108000" cy="108000"/>
              </a:xfrm>
              <a:prstGeom prst="rect">
                <a:avLst/>
              </a:prstGeom>
              <a:solidFill>
                <a:srgbClr val="FCE7CF"/>
              </a:solidFill>
              <a:ln w="127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836"/>
              </a:p>
            </p:txBody>
          </p:sp>
          <p:sp>
            <p:nvSpPr>
              <p:cNvPr id="46" name="矩形 45">
                <a:extLst>
                  <a:ext uri="{FF2B5EF4-FFF2-40B4-BE49-F238E27FC236}">
                    <a16:creationId xmlns:a16="http://schemas.microsoft.com/office/drawing/2014/main" id="{1FF3BA5D-5F84-A3D1-3B93-EC5D89BA93E4}"/>
                  </a:ext>
                </a:extLst>
              </p:cNvPr>
              <p:cNvSpPr/>
              <p:nvPr/>
            </p:nvSpPr>
            <p:spPr>
              <a:xfrm>
                <a:off x="775981" y="1307902"/>
                <a:ext cx="108000" cy="108000"/>
              </a:xfrm>
              <a:prstGeom prst="rect">
                <a:avLst/>
              </a:prstGeom>
              <a:solidFill>
                <a:srgbClr val="FCE7CF"/>
              </a:solidFill>
              <a:ln w="127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836"/>
              </a:p>
            </p:txBody>
          </p:sp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0D1DF96D-34A1-1D6E-6FF6-B174A65D98D8}"/>
                  </a:ext>
                </a:extLst>
              </p:cNvPr>
              <p:cNvSpPr/>
              <p:nvPr/>
            </p:nvSpPr>
            <p:spPr>
              <a:xfrm>
                <a:off x="891276" y="1307902"/>
                <a:ext cx="108000" cy="108000"/>
              </a:xfrm>
              <a:prstGeom prst="rect">
                <a:avLst/>
              </a:prstGeom>
              <a:solidFill>
                <a:srgbClr val="FCE7CF"/>
              </a:solidFill>
              <a:ln w="127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836"/>
              </a:p>
            </p:txBody>
          </p:sp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FAFA730C-D89A-65BB-53FC-E6E4EC1E00C7}"/>
                  </a:ext>
                </a:extLst>
              </p:cNvPr>
              <p:cNvSpPr/>
              <p:nvPr/>
            </p:nvSpPr>
            <p:spPr>
              <a:xfrm>
                <a:off x="1006571" y="1307902"/>
                <a:ext cx="108000" cy="108000"/>
              </a:xfrm>
              <a:prstGeom prst="rect">
                <a:avLst/>
              </a:prstGeom>
              <a:solidFill>
                <a:srgbClr val="FCE7CF"/>
              </a:solidFill>
              <a:ln w="127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836"/>
              </a:p>
            </p:txBody>
          </p:sp>
          <p:sp>
            <p:nvSpPr>
              <p:cNvPr id="49" name="矩形 48">
                <a:extLst>
                  <a:ext uri="{FF2B5EF4-FFF2-40B4-BE49-F238E27FC236}">
                    <a16:creationId xmlns:a16="http://schemas.microsoft.com/office/drawing/2014/main" id="{5F50EB90-858A-5F03-8C4C-024BC0491029}"/>
                  </a:ext>
                </a:extLst>
              </p:cNvPr>
              <p:cNvSpPr/>
              <p:nvPr/>
            </p:nvSpPr>
            <p:spPr>
              <a:xfrm>
                <a:off x="1121866" y="1307902"/>
                <a:ext cx="108000" cy="108000"/>
              </a:xfrm>
              <a:prstGeom prst="rect">
                <a:avLst/>
              </a:prstGeom>
              <a:solidFill>
                <a:srgbClr val="FCE7CF"/>
              </a:solidFill>
              <a:ln w="127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836"/>
              </a:p>
            </p:txBody>
          </p:sp>
          <p:sp>
            <p:nvSpPr>
              <p:cNvPr id="50" name="矩形 49">
                <a:extLst>
                  <a:ext uri="{FF2B5EF4-FFF2-40B4-BE49-F238E27FC236}">
                    <a16:creationId xmlns:a16="http://schemas.microsoft.com/office/drawing/2014/main" id="{E241B2DA-8ABA-C252-C49D-C1190064D982}"/>
                  </a:ext>
                </a:extLst>
              </p:cNvPr>
              <p:cNvSpPr/>
              <p:nvPr/>
            </p:nvSpPr>
            <p:spPr>
              <a:xfrm>
                <a:off x="1237161" y="1307902"/>
                <a:ext cx="108000" cy="108000"/>
              </a:xfrm>
              <a:prstGeom prst="rect">
                <a:avLst/>
              </a:prstGeom>
              <a:solidFill>
                <a:srgbClr val="FCE7CF"/>
              </a:solidFill>
              <a:ln w="127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836">
                  <a:solidFill>
                    <a:srgbClr val="FCE7CF"/>
                  </a:solidFill>
                </a:endParaRPr>
              </a:p>
            </p:txBody>
          </p:sp>
        </p:grp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4176D618-12E7-20FC-3988-4CFC8EAD074D}"/>
                </a:ext>
              </a:extLst>
            </p:cNvPr>
            <p:cNvSpPr/>
            <p:nvPr/>
          </p:nvSpPr>
          <p:spPr>
            <a:xfrm>
              <a:off x="253467" y="1767957"/>
              <a:ext cx="1742486" cy="964464"/>
            </a:xfrm>
            <a:prstGeom prst="rect">
              <a:avLst/>
            </a:prstGeom>
            <a:noFill/>
            <a:ln w="1016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36"/>
            </a:p>
          </p:txBody>
        </p:sp>
        <p:grpSp>
          <p:nvGrpSpPr>
            <p:cNvPr id="52" name="组合 51">
              <a:extLst>
                <a:ext uri="{FF2B5EF4-FFF2-40B4-BE49-F238E27FC236}">
                  <a16:creationId xmlns:a16="http://schemas.microsoft.com/office/drawing/2014/main" id="{29E2049F-F54B-DF53-8421-91A9DB0BA36D}"/>
                </a:ext>
              </a:extLst>
            </p:cNvPr>
            <p:cNvGrpSpPr/>
            <p:nvPr/>
          </p:nvGrpSpPr>
          <p:grpSpPr>
            <a:xfrm>
              <a:off x="3466317" y="2105481"/>
              <a:ext cx="1413022" cy="537933"/>
              <a:chOff x="660686" y="1164657"/>
              <a:chExt cx="684475" cy="251245"/>
            </a:xfrm>
          </p:grpSpPr>
          <p:sp>
            <p:nvSpPr>
              <p:cNvPr id="53" name="矩形 52">
                <a:extLst>
                  <a:ext uri="{FF2B5EF4-FFF2-40B4-BE49-F238E27FC236}">
                    <a16:creationId xmlns:a16="http://schemas.microsoft.com/office/drawing/2014/main" id="{090A63DE-F9BE-D807-0752-E7816AF59B67}"/>
                  </a:ext>
                </a:extLst>
              </p:cNvPr>
              <p:cNvSpPr/>
              <p:nvPr/>
            </p:nvSpPr>
            <p:spPr>
              <a:xfrm>
                <a:off x="660686" y="1164657"/>
                <a:ext cx="108000" cy="108000"/>
              </a:xfrm>
              <a:prstGeom prst="rect">
                <a:avLst/>
              </a:prstGeom>
              <a:solidFill>
                <a:srgbClr val="D9EAD3"/>
              </a:solidFill>
              <a:ln w="127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836"/>
              </a:p>
            </p:txBody>
          </p:sp>
          <p:sp>
            <p:nvSpPr>
              <p:cNvPr id="54" name="矩形 53">
                <a:extLst>
                  <a:ext uri="{FF2B5EF4-FFF2-40B4-BE49-F238E27FC236}">
                    <a16:creationId xmlns:a16="http://schemas.microsoft.com/office/drawing/2014/main" id="{4EF84160-4264-E8E7-B180-EA4A1DB7A503}"/>
                  </a:ext>
                </a:extLst>
              </p:cNvPr>
              <p:cNvSpPr/>
              <p:nvPr/>
            </p:nvSpPr>
            <p:spPr>
              <a:xfrm>
                <a:off x="775981" y="1164657"/>
                <a:ext cx="108000" cy="108000"/>
              </a:xfrm>
              <a:prstGeom prst="rect">
                <a:avLst/>
              </a:prstGeom>
              <a:solidFill>
                <a:srgbClr val="D9EAD3"/>
              </a:solidFill>
              <a:ln w="127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836"/>
              </a:p>
            </p:txBody>
          </p:sp>
          <p:sp>
            <p:nvSpPr>
              <p:cNvPr id="55" name="矩形 54">
                <a:extLst>
                  <a:ext uri="{FF2B5EF4-FFF2-40B4-BE49-F238E27FC236}">
                    <a16:creationId xmlns:a16="http://schemas.microsoft.com/office/drawing/2014/main" id="{2CE5F01C-742E-57C4-098B-F5D40F6AF2EE}"/>
                  </a:ext>
                </a:extLst>
              </p:cNvPr>
              <p:cNvSpPr/>
              <p:nvPr/>
            </p:nvSpPr>
            <p:spPr>
              <a:xfrm>
                <a:off x="891276" y="1164657"/>
                <a:ext cx="108000" cy="108000"/>
              </a:xfrm>
              <a:prstGeom prst="rect">
                <a:avLst/>
              </a:prstGeom>
              <a:solidFill>
                <a:srgbClr val="D9EAD3"/>
              </a:solidFill>
              <a:ln w="127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836"/>
              </a:p>
            </p:txBody>
          </p:sp>
          <p:sp>
            <p:nvSpPr>
              <p:cNvPr id="56" name="矩形 55">
                <a:extLst>
                  <a:ext uri="{FF2B5EF4-FFF2-40B4-BE49-F238E27FC236}">
                    <a16:creationId xmlns:a16="http://schemas.microsoft.com/office/drawing/2014/main" id="{2331FB6B-904D-0550-8FAB-AA1DC285F3DA}"/>
                  </a:ext>
                </a:extLst>
              </p:cNvPr>
              <p:cNvSpPr/>
              <p:nvPr/>
            </p:nvSpPr>
            <p:spPr>
              <a:xfrm>
                <a:off x="1006571" y="1164657"/>
                <a:ext cx="108000" cy="108000"/>
              </a:xfrm>
              <a:prstGeom prst="rect">
                <a:avLst/>
              </a:prstGeom>
              <a:solidFill>
                <a:srgbClr val="D9EAD3"/>
              </a:solidFill>
              <a:ln w="127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836"/>
              </a:p>
            </p:txBody>
          </p:sp>
          <p:sp>
            <p:nvSpPr>
              <p:cNvPr id="57" name="矩形 56">
                <a:extLst>
                  <a:ext uri="{FF2B5EF4-FFF2-40B4-BE49-F238E27FC236}">
                    <a16:creationId xmlns:a16="http://schemas.microsoft.com/office/drawing/2014/main" id="{50E3006E-41E9-19F3-C7F0-60D8E4CC0F36}"/>
                  </a:ext>
                </a:extLst>
              </p:cNvPr>
              <p:cNvSpPr/>
              <p:nvPr/>
            </p:nvSpPr>
            <p:spPr>
              <a:xfrm>
                <a:off x="1121866" y="1164657"/>
                <a:ext cx="108000" cy="108000"/>
              </a:xfrm>
              <a:prstGeom prst="rect">
                <a:avLst/>
              </a:prstGeom>
              <a:solidFill>
                <a:srgbClr val="D9EAD3"/>
              </a:solidFill>
              <a:ln w="127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836"/>
              </a:p>
            </p:txBody>
          </p:sp>
          <p:sp>
            <p:nvSpPr>
              <p:cNvPr id="58" name="矩形 57">
                <a:extLst>
                  <a:ext uri="{FF2B5EF4-FFF2-40B4-BE49-F238E27FC236}">
                    <a16:creationId xmlns:a16="http://schemas.microsoft.com/office/drawing/2014/main" id="{CA76F81F-7D12-74B2-DABC-1B817EF61013}"/>
                  </a:ext>
                </a:extLst>
              </p:cNvPr>
              <p:cNvSpPr/>
              <p:nvPr/>
            </p:nvSpPr>
            <p:spPr>
              <a:xfrm>
                <a:off x="1237161" y="1164657"/>
                <a:ext cx="108000" cy="108000"/>
              </a:xfrm>
              <a:prstGeom prst="rect">
                <a:avLst/>
              </a:prstGeom>
              <a:solidFill>
                <a:srgbClr val="D9EAD3"/>
              </a:solidFill>
              <a:ln w="127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836"/>
              </a:p>
            </p:txBody>
          </p:sp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B9123D75-857E-E5FB-DCEB-7FC53D1D89C4}"/>
                  </a:ext>
                </a:extLst>
              </p:cNvPr>
              <p:cNvSpPr/>
              <p:nvPr/>
            </p:nvSpPr>
            <p:spPr>
              <a:xfrm>
                <a:off x="660686" y="1307902"/>
                <a:ext cx="108000" cy="108000"/>
              </a:xfrm>
              <a:prstGeom prst="rect">
                <a:avLst/>
              </a:prstGeom>
              <a:solidFill>
                <a:srgbClr val="D9EAD3"/>
              </a:solidFill>
              <a:ln w="127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836"/>
              </a:p>
            </p:txBody>
          </p:sp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A6D06636-A975-2868-9F92-90D8265C22C8}"/>
                  </a:ext>
                </a:extLst>
              </p:cNvPr>
              <p:cNvSpPr/>
              <p:nvPr/>
            </p:nvSpPr>
            <p:spPr>
              <a:xfrm>
                <a:off x="775981" y="1307902"/>
                <a:ext cx="108000" cy="108000"/>
              </a:xfrm>
              <a:prstGeom prst="rect">
                <a:avLst/>
              </a:prstGeom>
              <a:solidFill>
                <a:srgbClr val="D9EAD3"/>
              </a:solidFill>
              <a:ln w="127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836"/>
              </a:p>
            </p:txBody>
          </p:sp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0890629A-923D-76E8-214C-FE0602BEEBA1}"/>
                  </a:ext>
                </a:extLst>
              </p:cNvPr>
              <p:cNvSpPr/>
              <p:nvPr/>
            </p:nvSpPr>
            <p:spPr>
              <a:xfrm>
                <a:off x="891276" y="1307902"/>
                <a:ext cx="108000" cy="108000"/>
              </a:xfrm>
              <a:prstGeom prst="rect">
                <a:avLst/>
              </a:prstGeom>
              <a:solidFill>
                <a:srgbClr val="D9EAD3"/>
              </a:solidFill>
              <a:ln w="127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836"/>
              </a:p>
            </p:txBody>
          </p:sp>
          <p:sp>
            <p:nvSpPr>
              <p:cNvPr id="62" name="矩形 61">
                <a:extLst>
                  <a:ext uri="{FF2B5EF4-FFF2-40B4-BE49-F238E27FC236}">
                    <a16:creationId xmlns:a16="http://schemas.microsoft.com/office/drawing/2014/main" id="{0EEF466A-0849-398F-D35D-C9A25FF40828}"/>
                  </a:ext>
                </a:extLst>
              </p:cNvPr>
              <p:cNvSpPr/>
              <p:nvPr/>
            </p:nvSpPr>
            <p:spPr>
              <a:xfrm>
                <a:off x="1006571" y="1307902"/>
                <a:ext cx="108000" cy="108000"/>
              </a:xfrm>
              <a:prstGeom prst="rect">
                <a:avLst/>
              </a:prstGeom>
              <a:solidFill>
                <a:srgbClr val="D9EAD3"/>
              </a:solidFill>
              <a:ln w="127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836"/>
              </a:p>
            </p:txBody>
          </p:sp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FEE8EE42-13C2-379F-8C16-8FBC3C09DD14}"/>
                  </a:ext>
                </a:extLst>
              </p:cNvPr>
              <p:cNvSpPr/>
              <p:nvPr/>
            </p:nvSpPr>
            <p:spPr>
              <a:xfrm>
                <a:off x="1121866" y="1307902"/>
                <a:ext cx="108000" cy="108000"/>
              </a:xfrm>
              <a:prstGeom prst="rect">
                <a:avLst/>
              </a:prstGeom>
              <a:solidFill>
                <a:srgbClr val="D9EAD3"/>
              </a:solidFill>
              <a:ln w="127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836"/>
              </a:p>
            </p:txBody>
          </p:sp>
          <p:sp>
            <p:nvSpPr>
              <p:cNvPr id="64" name="矩形 63">
                <a:extLst>
                  <a:ext uri="{FF2B5EF4-FFF2-40B4-BE49-F238E27FC236}">
                    <a16:creationId xmlns:a16="http://schemas.microsoft.com/office/drawing/2014/main" id="{009CBECE-3018-66D2-99C4-104CAA13774B}"/>
                  </a:ext>
                </a:extLst>
              </p:cNvPr>
              <p:cNvSpPr/>
              <p:nvPr/>
            </p:nvSpPr>
            <p:spPr>
              <a:xfrm>
                <a:off x="1237161" y="1307902"/>
                <a:ext cx="108000" cy="108000"/>
              </a:xfrm>
              <a:prstGeom prst="rect">
                <a:avLst/>
              </a:prstGeom>
              <a:solidFill>
                <a:srgbClr val="D9EAD3"/>
              </a:solidFill>
              <a:ln w="127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836"/>
              </a:p>
            </p:txBody>
          </p:sp>
        </p:grpSp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20697FB2-4061-2128-13C8-6F50A2831266}"/>
                </a:ext>
              </a:extLst>
            </p:cNvPr>
            <p:cNvSpPr/>
            <p:nvPr/>
          </p:nvSpPr>
          <p:spPr>
            <a:xfrm>
              <a:off x="3301585" y="1745178"/>
              <a:ext cx="1742486" cy="987247"/>
            </a:xfrm>
            <a:prstGeom prst="rect">
              <a:avLst/>
            </a:prstGeom>
            <a:noFill/>
            <a:ln w="1016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36"/>
            </a:p>
          </p:txBody>
        </p:sp>
        <p:grpSp>
          <p:nvGrpSpPr>
            <p:cNvPr id="66" name="组合 65">
              <a:extLst>
                <a:ext uri="{FF2B5EF4-FFF2-40B4-BE49-F238E27FC236}">
                  <a16:creationId xmlns:a16="http://schemas.microsoft.com/office/drawing/2014/main" id="{2AB1A23B-BAE4-7E39-3F25-2428A2C2684B}"/>
                </a:ext>
              </a:extLst>
            </p:cNvPr>
            <p:cNvGrpSpPr/>
            <p:nvPr/>
          </p:nvGrpSpPr>
          <p:grpSpPr>
            <a:xfrm>
              <a:off x="2011013" y="1738300"/>
              <a:ext cx="1260358" cy="682300"/>
              <a:chOff x="2264653" y="991585"/>
              <a:chExt cx="1260358" cy="682300"/>
            </a:xfrm>
          </p:grpSpPr>
          <p:sp>
            <p:nvSpPr>
              <p:cNvPr id="67" name="弧 66">
                <a:extLst>
                  <a:ext uri="{FF2B5EF4-FFF2-40B4-BE49-F238E27FC236}">
                    <a16:creationId xmlns:a16="http://schemas.microsoft.com/office/drawing/2014/main" id="{F493D8FF-0EF4-CF2E-34A0-64044C2ED418}"/>
                  </a:ext>
                </a:extLst>
              </p:cNvPr>
              <p:cNvSpPr/>
              <p:nvPr/>
            </p:nvSpPr>
            <p:spPr>
              <a:xfrm rot="16200000">
                <a:off x="2562892" y="715418"/>
                <a:ext cx="682300" cy="1234634"/>
              </a:xfrm>
              <a:prstGeom prst="arc">
                <a:avLst>
                  <a:gd name="adj1" fmla="val 16200000"/>
                  <a:gd name="adj2" fmla="val 5451275"/>
                </a:avLst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836"/>
              </a:p>
            </p:txBody>
          </p:sp>
          <p:cxnSp>
            <p:nvCxnSpPr>
              <p:cNvPr id="68" name="直线箭头连接符 67">
                <a:extLst>
                  <a:ext uri="{FF2B5EF4-FFF2-40B4-BE49-F238E27FC236}">
                    <a16:creationId xmlns:a16="http://schemas.microsoft.com/office/drawing/2014/main" id="{063B4D4D-14E2-F033-96BF-157A00C051BF}"/>
                  </a:ext>
                </a:extLst>
              </p:cNvPr>
              <p:cNvCxnSpPr>
                <a:cxnSpLocks/>
                <a:stCxn id="67" idx="0"/>
              </p:cNvCxnSpPr>
              <p:nvPr/>
            </p:nvCxnSpPr>
            <p:spPr>
              <a:xfrm flipH="1">
                <a:off x="2264653" y="1332735"/>
                <a:ext cx="22072" cy="5101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直线箭头连接符 68">
                <a:extLst>
                  <a:ext uri="{FF2B5EF4-FFF2-40B4-BE49-F238E27FC236}">
                    <a16:creationId xmlns:a16="http://schemas.microsoft.com/office/drawing/2014/main" id="{FB9D13FE-49D4-6388-3EC6-17A4A52A4B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12436" y="1281034"/>
                <a:ext cx="12575" cy="94014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0" name="组合 69">
              <a:extLst>
                <a:ext uri="{FF2B5EF4-FFF2-40B4-BE49-F238E27FC236}">
                  <a16:creationId xmlns:a16="http://schemas.microsoft.com/office/drawing/2014/main" id="{D03DBBDA-46EC-31B9-94FB-33898022214E}"/>
                </a:ext>
              </a:extLst>
            </p:cNvPr>
            <p:cNvGrpSpPr/>
            <p:nvPr/>
          </p:nvGrpSpPr>
          <p:grpSpPr>
            <a:xfrm>
              <a:off x="2011013" y="2209131"/>
              <a:ext cx="1260358" cy="682300"/>
              <a:chOff x="2264653" y="991585"/>
              <a:chExt cx="1260358" cy="682300"/>
            </a:xfrm>
          </p:grpSpPr>
          <p:sp>
            <p:nvSpPr>
              <p:cNvPr id="71" name="弧 70">
                <a:extLst>
                  <a:ext uri="{FF2B5EF4-FFF2-40B4-BE49-F238E27FC236}">
                    <a16:creationId xmlns:a16="http://schemas.microsoft.com/office/drawing/2014/main" id="{F17C2DD2-0466-1CDE-2FFB-D195B2CE70C8}"/>
                  </a:ext>
                </a:extLst>
              </p:cNvPr>
              <p:cNvSpPr/>
              <p:nvPr/>
            </p:nvSpPr>
            <p:spPr>
              <a:xfrm rot="16200000">
                <a:off x="2562892" y="715418"/>
                <a:ext cx="682300" cy="1234634"/>
              </a:xfrm>
              <a:prstGeom prst="arc">
                <a:avLst>
                  <a:gd name="adj1" fmla="val 16200000"/>
                  <a:gd name="adj2" fmla="val 5451275"/>
                </a:avLst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836"/>
              </a:p>
            </p:txBody>
          </p:sp>
          <p:cxnSp>
            <p:nvCxnSpPr>
              <p:cNvPr id="72" name="直线箭头连接符 71">
                <a:extLst>
                  <a:ext uri="{FF2B5EF4-FFF2-40B4-BE49-F238E27FC236}">
                    <a16:creationId xmlns:a16="http://schemas.microsoft.com/office/drawing/2014/main" id="{33911D25-E5A2-10E5-D31D-6374B3B86317}"/>
                  </a:ext>
                </a:extLst>
              </p:cNvPr>
              <p:cNvCxnSpPr>
                <a:cxnSpLocks/>
                <a:stCxn id="71" idx="0"/>
              </p:cNvCxnSpPr>
              <p:nvPr/>
            </p:nvCxnSpPr>
            <p:spPr>
              <a:xfrm flipH="1">
                <a:off x="2264653" y="1332735"/>
                <a:ext cx="22072" cy="5101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直线箭头连接符 72">
                <a:extLst>
                  <a:ext uri="{FF2B5EF4-FFF2-40B4-BE49-F238E27FC236}">
                    <a16:creationId xmlns:a16="http://schemas.microsoft.com/office/drawing/2014/main" id="{E70CD070-EA14-8903-A611-87CCB4CF72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12436" y="1281034"/>
                <a:ext cx="12575" cy="94014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A8627CF3-1CC6-7ECE-86E4-95A38C2307D6}"/>
                </a:ext>
              </a:extLst>
            </p:cNvPr>
            <p:cNvSpPr txBox="1"/>
            <p:nvPr/>
          </p:nvSpPr>
          <p:spPr>
            <a:xfrm>
              <a:off x="2070217" y="1860042"/>
              <a:ext cx="123463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224" i="1" dirty="0">
                  <a:latin typeface="Arial" panose="020B0604020202020204" pitchFamily="34" charset="0"/>
                  <a:cs typeface="Arial" panose="020B0604020202020204" pitchFamily="34" charset="0"/>
                </a:rPr>
                <a:t>Text</a:t>
              </a:r>
              <a:endParaRPr kumimoji="1" lang="zh-CN" altLang="en-US" sz="1224" i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" name="文本框 74">
              <a:extLst>
                <a:ext uri="{FF2B5EF4-FFF2-40B4-BE49-F238E27FC236}">
                  <a16:creationId xmlns:a16="http://schemas.microsoft.com/office/drawing/2014/main" id="{1F3646EC-1C60-A2D1-82C4-D448BE41C636}"/>
                </a:ext>
              </a:extLst>
            </p:cNvPr>
            <p:cNvSpPr txBox="1"/>
            <p:nvPr/>
          </p:nvSpPr>
          <p:spPr>
            <a:xfrm>
              <a:off x="2066474" y="2460949"/>
              <a:ext cx="123463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224" i="1" dirty="0">
                  <a:latin typeface="Arial" panose="020B0604020202020204" pitchFamily="34" charset="0"/>
                  <a:cs typeface="Arial" panose="020B0604020202020204" pitchFamily="34" charset="0"/>
                </a:rPr>
                <a:t>Prob</a:t>
              </a:r>
              <a:r>
                <a:rPr kumimoji="1" lang="zh-CN" altLang="en-US" sz="1224" i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kumimoji="1" lang="en-US" altLang="zh-CN" sz="1224" i="1" dirty="0">
                  <a:latin typeface="Arial" panose="020B0604020202020204" pitchFamily="34" charset="0"/>
                  <a:cs typeface="Arial" panose="020B0604020202020204" pitchFamily="34" charset="0"/>
                </a:rPr>
                <a:t>/</a:t>
              </a:r>
              <a:r>
                <a:rPr kumimoji="1" lang="zh-CN" altLang="en-US" sz="1224" i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kumimoji="1" lang="en-US" altLang="zh-CN" sz="1224" i="1" dirty="0">
                  <a:latin typeface="Arial" panose="020B0604020202020204" pitchFamily="34" charset="0"/>
                  <a:cs typeface="Arial" panose="020B0604020202020204" pitchFamily="34" charset="0"/>
                </a:rPr>
                <a:t>Hidden</a:t>
              </a:r>
              <a:endParaRPr kumimoji="1" lang="zh-CN" altLang="en-US" sz="1224" i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85" name="组合 84">
              <a:extLst>
                <a:ext uri="{FF2B5EF4-FFF2-40B4-BE49-F238E27FC236}">
                  <a16:creationId xmlns:a16="http://schemas.microsoft.com/office/drawing/2014/main" id="{4A4E53E4-FC9F-6DA0-8076-34B1C3E035A4}"/>
                </a:ext>
              </a:extLst>
            </p:cNvPr>
            <p:cNvGrpSpPr/>
            <p:nvPr/>
          </p:nvGrpSpPr>
          <p:grpSpPr>
            <a:xfrm>
              <a:off x="128905" y="575769"/>
              <a:ext cx="5151120" cy="883036"/>
              <a:chOff x="3345180" y="575769"/>
              <a:chExt cx="5151120" cy="883036"/>
            </a:xfrm>
          </p:grpSpPr>
          <p:sp>
            <p:nvSpPr>
              <p:cNvPr id="5" name="Google Shape;54;p13">
                <a:extLst>
                  <a:ext uri="{FF2B5EF4-FFF2-40B4-BE49-F238E27FC236}">
                    <a16:creationId xmlns:a16="http://schemas.microsoft.com/office/drawing/2014/main" id="{E77F5A39-F1AC-000D-13C1-17449D511B61}"/>
                  </a:ext>
                </a:extLst>
              </p:cNvPr>
              <p:cNvSpPr/>
              <p:nvPr/>
            </p:nvSpPr>
            <p:spPr>
              <a:xfrm>
                <a:off x="3345180" y="601827"/>
                <a:ext cx="5151120" cy="590127"/>
              </a:xfrm>
              <a:prstGeom prst="roundRect">
                <a:avLst>
                  <a:gd name="adj" fmla="val 16667"/>
                </a:avLst>
              </a:prstGeom>
              <a:solidFill>
                <a:srgbClr val="EFEFEF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3252" tIns="93252" rIns="93252" bIns="93252" anchor="ctr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100"/>
                </a:pPr>
                <a:endParaRPr sz="1121" dirty="0"/>
              </a:p>
            </p:txBody>
          </p:sp>
          <p:grpSp>
            <p:nvGrpSpPr>
              <p:cNvPr id="6" name="组合 5">
                <a:extLst>
                  <a:ext uri="{FF2B5EF4-FFF2-40B4-BE49-F238E27FC236}">
                    <a16:creationId xmlns:a16="http://schemas.microsoft.com/office/drawing/2014/main" id="{9E4CF2C3-C25B-49CF-9C55-8402131B6FB1}"/>
                  </a:ext>
                </a:extLst>
              </p:cNvPr>
              <p:cNvGrpSpPr/>
              <p:nvPr/>
            </p:nvGrpSpPr>
            <p:grpSpPr>
              <a:xfrm>
                <a:off x="3435529" y="856043"/>
                <a:ext cx="4963249" cy="324000"/>
                <a:chOff x="755101" y="299749"/>
                <a:chExt cx="4963249" cy="324000"/>
              </a:xfrm>
            </p:grpSpPr>
            <p:pic>
              <p:nvPicPr>
                <p:cNvPr id="7" name="图片 6">
                  <a:extLst>
                    <a:ext uri="{FF2B5EF4-FFF2-40B4-BE49-F238E27FC236}">
                      <a16:creationId xmlns:a16="http://schemas.microsoft.com/office/drawing/2014/main" id="{B2FAE9CA-D006-162E-057A-F037DD5A11A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755101" y="299749"/>
                  <a:ext cx="324000" cy="324000"/>
                </a:xfrm>
                <a:prstGeom prst="rect">
                  <a:avLst/>
                </a:prstGeom>
              </p:spPr>
            </p:pic>
            <p:pic>
              <p:nvPicPr>
                <p:cNvPr id="8" name="图片 7">
                  <a:extLst>
                    <a:ext uri="{FF2B5EF4-FFF2-40B4-BE49-F238E27FC236}">
                      <a16:creationId xmlns:a16="http://schemas.microsoft.com/office/drawing/2014/main" id="{5068AA8E-AD49-C0AC-FBA5-1FF0582B319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328932" y="299749"/>
                  <a:ext cx="324000" cy="324000"/>
                </a:xfrm>
                <a:prstGeom prst="rect">
                  <a:avLst/>
                </a:prstGeom>
              </p:spPr>
            </p:pic>
            <p:pic>
              <p:nvPicPr>
                <p:cNvPr id="9" name="图片 8">
                  <a:extLst>
                    <a:ext uri="{FF2B5EF4-FFF2-40B4-BE49-F238E27FC236}">
                      <a16:creationId xmlns:a16="http://schemas.microsoft.com/office/drawing/2014/main" id="{83335857-2C7A-62D7-C08A-3F1802B8075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394350" y="299749"/>
                  <a:ext cx="324000" cy="324000"/>
                </a:xfrm>
                <a:prstGeom prst="rect">
                  <a:avLst/>
                </a:prstGeom>
              </p:spPr>
            </p:pic>
            <p:pic>
              <p:nvPicPr>
                <p:cNvPr id="10" name="图片 9">
                  <a:extLst>
                    <a:ext uri="{FF2B5EF4-FFF2-40B4-BE49-F238E27FC236}">
                      <a16:creationId xmlns:a16="http://schemas.microsoft.com/office/drawing/2014/main" id="{4248122A-70E6-8456-C9E4-2532D47BFD1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479834" y="299749"/>
                  <a:ext cx="324000" cy="324000"/>
                </a:xfrm>
                <a:prstGeom prst="rect">
                  <a:avLst/>
                </a:prstGeom>
              </p:spPr>
            </p:pic>
            <p:pic>
              <p:nvPicPr>
                <p:cNvPr id="11" name="图片 10">
                  <a:extLst>
                    <a:ext uri="{FF2B5EF4-FFF2-40B4-BE49-F238E27FC236}">
                      <a16:creationId xmlns:a16="http://schemas.microsoft.com/office/drawing/2014/main" id="{3C897DB1-775B-0CC0-01DC-F6D8C42670D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053665" y="299749"/>
                  <a:ext cx="324000" cy="324000"/>
                </a:xfrm>
                <a:prstGeom prst="rect">
                  <a:avLst/>
                </a:prstGeom>
              </p:spPr>
            </p:pic>
            <p:pic>
              <p:nvPicPr>
                <p:cNvPr id="12" name="图片 11">
                  <a:extLst>
                    <a:ext uri="{FF2B5EF4-FFF2-40B4-BE49-F238E27FC236}">
                      <a16:creationId xmlns:a16="http://schemas.microsoft.com/office/drawing/2014/main" id="{63F9C797-0D46-258A-B97E-A618FBD6A1E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902763" y="299749"/>
                  <a:ext cx="327240" cy="324000"/>
                </a:xfrm>
                <a:prstGeom prst="rect">
                  <a:avLst/>
                </a:prstGeom>
              </p:spPr>
            </p:pic>
            <p:pic>
              <p:nvPicPr>
                <p:cNvPr id="13" name="图片 12">
                  <a:extLst>
                    <a:ext uri="{FF2B5EF4-FFF2-40B4-BE49-F238E27FC236}">
                      <a16:creationId xmlns:a16="http://schemas.microsoft.com/office/drawing/2014/main" id="{EC74BCC2-B881-3D9A-A7D2-EB9FDFB4EB5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627496" y="299749"/>
                  <a:ext cx="324000" cy="324000"/>
                </a:xfrm>
                <a:prstGeom prst="rect">
                  <a:avLst/>
                </a:prstGeom>
              </p:spPr>
            </p:pic>
            <p:pic>
              <p:nvPicPr>
                <p:cNvPr id="14" name="图片 13">
                  <a:extLst>
                    <a:ext uri="{FF2B5EF4-FFF2-40B4-BE49-F238E27FC236}">
                      <a16:creationId xmlns:a16="http://schemas.microsoft.com/office/drawing/2014/main" id="{2740E405-DECA-0FF0-FDCE-C4F933FE67A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201327" y="299749"/>
                  <a:ext cx="324000" cy="324000"/>
                </a:xfrm>
                <a:prstGeom prst="rect">
                  <a:avLst/>
                </a:prstGeom>
              </p:spPr>
            </p:pic>
            <p:pic>
              <p:nvPicPr>
                <p:cNvPr id="15" name="图片 14">
                  <a:extLst>
                    <a:ext uri="{FF2B5EF4-FFF2-40B4-BE49-F238E27FC236}">
                      <a16:creationId xmlns:a16="http://schemas.microsoft.com/office/drawing/2014/main" id="{B76DEE01-22B5-42E3-BDDB-081578D21DE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775158" y="299749"/>
                  <a:ext cx="369360" cy="324000"/>
                </a:xfrm>
                <a:prstGeom prst="rect">
                  <a:avLst/>
                </a:prstGeom>
              </p:spPr>
            </p:pic>
          </p:grpSp>
          <p:sp>
            <p:nvSpPr>
              <p:cNvPr id="80" name="下箭头 79">
                <a:extLst>
                  <a:ext uri="{FF2B5EF4-FFF2-40B4-BE49-F238E27FC236}">
                    <a16:creationId xmlns:a16="http://schemas.microsoft.com/office/drawing/2014/main" id="{1519BD8C-5E35-2C06-8E42-F59A27417026}"/>
                  </a:ext>
                </a:extLst>
              </p:cNvPr>
              <p:cNvSpPr/>
              <p:nvPr/>
            </p:nvSpPr>
            <p:spPr>
              <a:xfrm rot="10800000">
                <a:off x="4419906" y="1197675"/>
                <a:ext cx="224254" cy="261130"/>
              </a:xfrm>
              <a:prstGeom prst="downArrow">
                <a:avLst/>
              </a:prstGeom>
              <a:solidFill>
                <a:srgbClr val="D0E2F3"/>
              </a:solidFill>
              <a:ln w="12700">
                <a:solidFill>
                  <a:schemeClr val="dk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836"/>
              </a:p>
            </p:txBody>
          </p:sp>
          <p:sp>
            <p:nvSpPr>
              <p:cNvPr id="81" name="下箭头 80">
                <a:extLst>
                  <a:ext uri="{FF2B5EF4-FFF2-40B4-BE49-F238E27FC236}">
                    <a16:creationId xmlns:a16="http://schemas.microsoft.com/office/drawing/2014/main" id="{88BCCDE2-AB7E-B563-D58A-7991B99BCF64}"/>
                  </a:ext>
                </a:extLst>
              </p:cNvPr>
              <p:cNvSpPr/>
              <p:nvPr/>
            </p:nvSpPr>
            <p:spPr>
              <a:xfrm rot="10800000">
                <a:off x="6666876" y="1196032"/>
                <a:ext cx="224254" cy="261130"/>
              </a:xfrm>
              <a:prstGeom prst="downArrow">
                <a:avLst/>
              </a:prstGeom>
              <a:solidFill>
                <a:srgbClr val="D0E2F3"/>
              </a:solidFill>
              <a:ln w="12700">
                <a:solidFill>
                  <a:schemeClr val="dk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836"/>
              </a:p>
            </p:txBody>
          </p:sp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CF272BE-EE25-4D52-8F87-5945524057A3}"/>
                  </a:ext>
                </a:extLst>
              </p:cNvPr>
              <p:cNvSpPr txBox="1"/>
              <p:nvPr/>
            </p:nvSpPr>
            <p:spPr>
              <a:xfrm>
                <a:off x="4756518" y="575769"/>
                <a:ext cx="213575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" altLang="zh-CN" sz="1224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Visualization</a:t>
                </a:r>
              </a:p>
            </p:txBody>
          </p:sp>
        </p:grp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E1045A19-F156-C4C9-9DB1-EE837C5C7C4D}"/>
                </a:ext>
              </a:extLst>
            </p:cNvPr>
            <p:cNvSpPr txBox="1"/>
            <p:nvPr/>
          </p:nvSpPr>
          <p:spPr>
            <a:xfrm>
              <a:off x="400646" y="1771297"/>
              <a:ext cx="143179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" altLang="zh-CN" sz="1224" i="1" dirty="0">
                  <a:latin typeface="Arial" panose="020B0604020202020204" pitchFamily="34" charset="0"/>
                  <a:cs typeface="Arial" panose="020B0604020202020204" pitchFamily="34" charset="0"/>
                </a:rPr>
                <a:t>Non-memorized</a:t>
              </a: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7C5C9408-67DB-2FF4-B8E3-3E191BBD36CF}"/>
                </a:ext>
              </a:extLst>
            </p:cNvPr>
            <p:cNvSpPr txBox="1"/>
            <p:nvPr/>
          </p:nvSpPr>
          <p:spPr>
            <a:xfrm>
              <a:off x="3483429" y="1756506"/>
              <a:ext cx="139212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" altLang="zh-CN" sz="1224" i="1" dirty="0">
                  <a:latin typeface="Arial" panose="020B0604020202020204" pitchFamily="34" charset="0"/>
                  <a:cs typeface="Arial" panose="020B0604020202020204" pitchFamily="34" charset="0"/>
                </a:rPr>
                <a:t>Memorized</a:t>
              </a: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28CA2B9F-5D95-A8C2-3B6F-BDC591463F96}"/>
                </a:ext>
              </a:extLst>
            </p:cNvPr>
            <p:cNvSpPr txBox="1"/>
            <p:nvPr/>
          </p:nvSpPr>
          <p:spPr>
            <a:xfrm>
              <a:off x="646310" y="1438678"/>
              <a:ext cx="415857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" altLang="zh-CN" sz="1224" b="1" dirty="0">
                  <a:latin typeface="Arial" panose="020B0604020202020204" pitchFamily="34" charset="0"/>
                  <a:cs typeface="Arial" panose="020B0604020202020204" pitchFamily="34" charset="0"/>
                </a:rPr>
                <a:t>Comparative Analysis</a:t>
              </a:r>
            </a:p>
          </p:txBody>
        </p:sp>
        <p:grpSp>
          <p:nvGrpSpPr>
            <p:cNvPr id="83" name="组合 82">
              <a:extLst>
                <a:ext uri="{FF2B5EF4-FFF2-40B4-BE49-F238E27FC236}">
                  <a16:creationId xmlns:a16="http://schemas.microsoft.com/office/drawing/2014/main" id="{8AC2418A-8F59-BE59-B0EE-B7F8CE68FA83}"/>
                </a:ext>
              </a:extLst>
            </p:cNvPr>
            <p:cNvGrpSpPr/>
            <p:nvPr/>
          </p:nvGrpSpPr>
          <p:grpSpPr>
            <a:xfrm>
              <a:off x="128905" y="4933994"/>
              <a:ext cx="5151120" cy="840082"/>
              <a:chOff x="3345180" y="2853734"/>
              <a:chExt cx="5151120" cy="840082"/>
            </a:xfrm>
          </p:grpSpPr>
          <p:sp>
            <p:nvSpPr>
              <p:cNvPr id="4" name="Google Shape;54;p13">
                <a:extLst>
                  <a:ext uri="{FF2B5EF4-FFF2-40B4-BE49-F238E27FC236}">
                    <a16:creationId xmlns:a16="http://schemas.microsoft.com/office/drawing/2014/main" id="{97FFCF45-25FE-EE8A-BC34-B7295D9658B8}"/>
                  </a:ext>
                </a:extLst>
              </p:cNvPr>
              <p:cNvSpPr/>
              <p:nvPr/>
            </p:nvSpPr>
            <p:spPr>
              <a:xfrm>
                <a:off x="3345180" y="3131655"/>
                <a:ext cx="5151120" cy="543133"/>
              </a:xfrm>
              <a:prstGeom prst="roundRect">
                <a:avLst>
                  <a:gd name="adj" fmla="val 16667"/>
                </a:avLst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3252" tIns="93252" rIns="93252" bIns="93252" anchor="ctr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100"/>
                </a:pPr>
                <a:endParaRPr sz="1121" dirty="0"/>
              </a:p>
            </p:txBody>
          </p:sp>
          <p:grpSp>
            <p:nvGrpSpPr>
              <p:cNvPr id="16" name="组合 15">
                <a:extLst>
                  <a:ext uri="{FF2B5EF4-FFF2-40B4-BE49-F238E27FC236}">
                    <a16:creationId xmlns:a16="http://schemas.microsoft.com/office/drawing/2014/main" id="{FE9E27C5-FA3C-9255-2C19-0E06AFF4372F}"/>
                  </a:ext>
                </a:extLst>
              </p:cNvPr>
              <p:cNvGrpSpPr/>
              <p:nvPr/>
            </p:nvGrpSpPr>
            <p:grpSpPr>
              <a:xfrm>
                <a:off x="4858654" y="3416817"/>
                <a:ext cx="1945366" cy="276999"/>
                <a:chOff x="1529312" y="1874382"/>
                <a:chExt cx="1637795" cy="276999"/>
              </a:xfrm>
            </p:grpSpPr>
            <p:pic>
              <p:nvPicPr>
                <p:cNvPr id="17" name="图片 16">
                  <a:extLst>
                    <a:ext uri="{FF2B5EF4-FFF2-40B4-BE49-F238E27FC236}">
                      <a16:creationId xmlns:a16="http://schemas.microsoft.com/office/drawing/2014/main" id="{A3C4D5C3-B1DF-A30F-71EC-705B7B83A82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1"/>
                <a:srcRect t="25790" b="29737"/>
                <a:stretch/>
              </p:blipFill>
              <p:spPr>
                <a:xfrm>
                  <a:off x="2316874" y="1874382"/>
                  <a:ext cx="850233" cy="244522"/>
                </a:xfrm>
                <a:prstGeom prst="rect">
                  <a:avLst/>
                </a:prstGeom>
              </p:spPr>
            </p:pic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22A0C481-F9B6-334C-4377-6019822A87A4}"/>
                    </a:ext>
                  </a:extLst>
                </p:cNvPr>
                <p:cNvSpPr txBox="1"/>
                <p:nvPr/>
              </p:nvSpPr>
              <p:spPr>
                <a:xfrm>
                  <a:off x="1529312" y="1874382"/>
                  <a:ext cx="1029144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zh-CN" sz="1224" b="1" dirty="0">
                      <a:solidFill>
                        <a:srgbClr val="0D66E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LLaMA-2</a:t>
                  </a:r>
                  <a:r>
                    <a:rPr kumimoji="1" lang="zh-CN" altLang="en-US" sz="1224" dirty="0">
                      <a:solidFill>
                        <a:srgbClr val="0D66E1"/>
                      </a:solidFill>
                    </a:rPr>
                    <a:t> </a:t>
                  </a:r>
                </a:p>
              </p:txBody>
            </p:sp>
          </p:grpSp>
          <p:sp>
            <p:nvSpPr>
              <p:cNvPr id="78" name="下箭头 77">
                <a:extLst>
                  <a:ext uri="{FF2B5EF4-FFF2-40B4-BE49-F238E27FC236}">
                    <a16:creationId xmlns:a16="http://schemas.microsoft.com/office/drawing/2014/main" id="{075614A6-01F9-F54F-489D-DB9C5DB5E81F}"/>
                  </a:ext>
                </a:extLst>
              </p:cNvPr>
              <p:cNvSpPr/>
              <p:nvPr/>
            </p:nvSpPr>
            <p:spPr>
              <a:xfrm rot="10800000">
                <a:off x="4424837" y="2853734"/>
                <a:ext cx="224254" cy="261130"/>
              </a:xfrm>
              <a:prstGeom prst="downArrow">
                <a:avLst/>
              </a:prstGeom>
              <a:solidFill>
                <a:srgbClr val="D0E2F3"/>
              </a:solidFill>
              <a:ln w="12700">
                <a:solidFill>
                  <a:schemeClr val="dk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836"/>
              </a:p>
            </p:txBody>
          </p:sp>
          <p:sp>
            <p:nvSpPr>
              <p:cNvPr id="79" name="下箭头 78">
                <a:extLst>
                  <a:ext uri="{FF2B5EF4-FFF2-40B4-BE49-F238E27FC236}">
                    <a16:creationId xmlns:a16="http://schemas.microsoft.com/office/drawing/2014/main" id="{9040DAD8-BC64-45B9-08E8-FB0D4BC2179E}"/>
                  </a:ext>
                </a:extLst>
              </p:cNvPr>
              <p:cNvSpPr/>
              <p:nvPr/>
            </p:nvSpPr>
            <p:spPr>
              <a:xfrm rot="10800000">
                <a:off x="6657165" y="2853734"/>
                <a:ext cx="224254" cy="261130"/>
              </a:xfrm>
              <a:prstGeom prst="downArrow">
                <a:avLst/>
              </a:prstGeom>
              <a:solidFill>
                <a:srgbClr val="D0E2F3"/>
              </a:solidFill>
              <a:ln w="12700">
                <a:solidFill>
                  <a:schemeClr val="dk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836"/>
              </a:p>
            </p:txBody>
          </p:sp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C4CAD6C4-77B7-174E-1A5E-2597F69A4F80}"/>
                  </a:ext>
                </a:extLst>
              </p:cNvPr>
              <p:cNvSpPr txBox="1"/>
              <p:nvPr/>
            </p:nvSpPr>
            <p:spPr>
              <a:xfrm>
                <a:off x="3696071" y="3104730"/>
                <a:ext cx="415857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" altLang="zh-CN" sz="1224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Large Language Models</a:t>
                </a:r>
              </a:p>
            </p:txBody>
          </p:sp>
        </p:grpSp>
        <p:grpSp>
          <p:nvGrpSpPr>
            <p:cNvPr id="84" name="组合 83">
              <a:extLst>
                <a:ext uri="{FF2B5EF4-FFF2-40B4-BE49-F238E27FC236}">
                  <a16:creationId xmlns:a16="http://schemas.microsoft.com/office/drawing/2014/main" id="{9F7C6C24-0D37-008B-F3F2-CBA5AA35B401}"/>
                </a:ext>
              </a:extLst>
            </p:cNvPr>
            <p:cNvGrpSpPr/>
            <p:nvPr/>
          </p:nvGrpSpPr>
          <p:grpSpPr>
            <a:xfrm>
              <a:off x="63548" y="2763244"/>
              <a:ext cx="5314079" cy="2155479"/>
              <a:chOff x="3279819" y="3761460"/>
              <a:chExt cx="5314079" cy="2155479"/>
            </a:xfrm>
          </p:grpSpPr>
          <p:pic>
            <p:nvPicPr>
              <p:cNvPr id="19" name="Google Shape;59;p13">
                <a:extLst>
                  <a:ext uri="{FF2B5EF4-FFF2-40B4-BE49-F238E27FC236}">
                    <a16:creationId xmlns:a16="http://schemas.microsoft.com/office/drawing/2014/main" id="{DA0E8412-304A-FBCD-95A2-334B7339F4DB}"/>
                  </a:ext>
                </a:extLst>
              </p:cNvPr>
              <p:cNvPicPr preferRelativeResize="0"/>
              <p:nvPr/>
            </p:nvPicPr>
            <p:blipFill>
              <a:blip r:embed="rId12">
                <a:alphaModFix/>
              </a:blip>
              <a:stretch>
                <a:fillRect/>
              </a:stretch>
            </p:blipFill>
            <p:spPr>
              <a:xfrm flipH="1">
                <a:off x="3279819" y="5318192"/>
                <a:ext cx="512830" cy="4320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0" name="Google Shape;79;p13">
                <a:extLst>
                  <a:ext uri="{FF2B5EF4-FFF2-40B4-BE49-F238E27FC236}">
                    <a16:creationId xmlns:a16="http://schemas.microsoft.com/office/drawing/2014/main" id="{FB51A8E3-2967-3947-AE58-FA150D71C6A1}"/>
                  </a:ext>
                </a:extLst>
              </p:cNvPr>
              <p:cNvPicPr preferRelativeResize="0">
                <a:picLocks noChangeAspect="1"/>
              </p:cNvPicPr>
              <p:nvPr/>
            </p:nvPicPr>
            <p:blipFill rotWithShape="1">
              <a:blip r:embed="rId13">
                <a:alphaModFix/>
              </a:blip>
              <a:srcRect l="2400" b="7655"/>
              <a:stretch/>
            </p:blipFill>
            <p:spPr>
              <a:xfrm>
                <a:off x="7179836" y="4484684"/>
                <a:ext cx="456627" cy="432000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21" name="组合 20">
                <a:extLst>
                  <a:ext uri="{FF2B5EF4-FFF2-40B4-BE49-F238E27FC236}">
                    <a16:creationId xmlns:a16="http://schemas.microsoft.com/office/drawing/2014/main" id="{00398CCD-82F7-5083-B058-7412526DC804}"/>
                  </a:ext>
                </a:extLst>
              </p:cNvPr>
              <p:cNvGrpSpPr/>
              <p:nvPr/>
            </p:nvGrpSpPr>
            <p:grpSpPr>
              <a:xfrm>
                <a:off x="3419187" y="4399190"/>
                <a:ext cx="3564833" cy="670602"/>
                <a:chOff x="654663" y="3465530"/>
                <a:chExt cx="3564833" cy="670602"/>
              </a:xfrm>
            </p:grpSpPr>
            <p:sp>
              <p:nvSpPr>
                <p:cNvPr id="22" name="Google Shape;66;p13">
                  <a:extLst>
                    <a:ext uri="{FF2B5EF4-FFF2-40B4-BE49-F238E27FC236}">
                      <a16:creationId xmlns:a16="http://schemas.microsoft.com/office/drawing/2014/main" id="{7F102629-9BDC-F7EC-0E49-8817F14E7AC1}"/>
                    </a:ext>
                  </a:extLst>
                </p:cNvPr>
                <p:cNvSpPr/>
                <p:nvPr/>
              </p:nvSpPr>
              <p:spPr>
                <a:xfrm>
                  <a:off x="654663" y="3488370"/>
                  <a:ext cx="3564833" cy="647762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D9EAD3"/>
                </a:solidFill>
                <a:ln w="19050" cap="flat" cmpd="sng">
                  <a:solidFill>
                    <a:srgbClr val="00B050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3252" tIns="93252" rIns="93252" bIns="93252" anchor="ctr" anchorCtr="0">
                  <a:noAutofit/>
                </a:bodyPr>
                <a:lstStyle/>
                <a:p>
                  <a:pPr algn="ctr"/>
                  <a:endParaRPr lang="zh-CN" altLang="en-US" sz="1224" dirty="0"/>
                </a:p>
              </p:txBody>
            </p:sp>
            <p:sp>
              <p:nvSpPr>
                <p:cNvPr id="23" name="矩形 22">
                  <a:extLst>
                    <a:ext uri="{FF2B5EF4-FFF2-40B4-BE49-F238E27FC236}">
                      <a16:creationId xmlns:a16="http://schemas.microsoft.com/office/drawing/2014/main" id="{37588B55-5525-BE7A-246D-0560EE40A62A}"/>
                    </a:ext>
                  </a:extLst>
                </p:cNvPr>
                <p:cNvSpPr/>
                <p:nvPr/>
              </p:nvSpPr>
              <p:spPr>
                <a:xfrm>
                  <a:off x="654663" y="3465530"/>
                  <a:ext cx="3438009" cy="62754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>
                    <a:lnSpc>
                      <a:spcPct val="150000"/>
                    </a:lnSpc>
                  </a:pPr>
                  <a:r>
                    <a:rPr kumimoji="1" lang="en" altLang="zh-CN" sz="1224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In one ear and out the </a:t>
                  </a:r>
                  <a:r>
                    <a:rPr kumimoji="1" lang="en" altLang="zh-CN" sz="1224" b="1" i="1" u="sng" dirty="0">
                      <a:solidFill>
                        <a:srgbClr val="00B05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other</a:t>
                  </a:r>
                  <a:r>
                    <a:rPr lang="en" altLang="zh-CN" sz="1224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.</a:t>
                  </a:r>
                </a:p>
                <a:p>
                  <a:pPr>
                    <a:lnSpc>
                      <a:spcPct val="150000"/>
                    </a:lnSpc>
                  </a:pPr>
                  <a:r>
                    <a:rPr kumimoji="1" lang="en" altLang="zh-CN" sz="1224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Kaley </a:t>
                  </a:r>
                  <a:r>
                    <a:rPr kumimoji="1" lang="en" altLang="zh-CN" sz="1224" dirty="0" err="1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Cuoco</a:t>
                  </a:r>
                  <a:r>
                    <a:rPr kumimoji="1" lang="en-US" altLang="zh-CN" sz="1224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’</a:t>
                  </a:r>
                  <a:r>
                    <a:rPr kumimoji="1" lang="en" altLang="zh-CN" sz="1224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s father is </a:t>
                  </a:r>
                  <a:r>
                    <a:rPr kumimoji="1" lang="en" altLang="zh-CN" sz="1224" b="1" i="1" u="sng" dirty="0">
                      <a:solidFill>
                        <a:srgbClr val="00B05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Gary Carmine </a:t>
                  </a:r>
                  <a:r>
                    <a:rPr kumimoji="1" lang="en" altLang="zh-CN" sz="1224" b="1" i="1" u="sng" dirty="0" err="1">
                      <a:solidFill>
                        <a:srgbClr val="00B05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Cuoco</a:t>
                  </a:r>
                  <a:r>
                    <a:rPr kumimoji="1" lang="zh-CN" altLang="en-US" sz="1224" b="1" i="1" u="sng" dirty="0">
                      <a:solidFill>
                        <a:srgbClr val="00B05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</a:t>
                  </a:r>
                  <a:r>
                    <a:rPr kumimoji="1" lang="en-US" altLang="zh-CN" sz="1224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.</a:t>
                  </a:r>
                  <a:endParaRPr kumimoji="1" lang="zh-CN" altLang="en-US" sz="1224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24" name="图片 23">
                  <a:extLst>
                    <a:ext uri="{FF2B5EF4-FFF2-40B4-BE49-F238E27FC236}">
                      <a16:creationId xmlns:a16="http://schemas.microsoft.com/office/drawing/2014/main" id="{3CC5FFA8-159E-2DCA-4168-EFAE09FF600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748643" y="3568131"/>
                  <a:ext cx="216000" cy="216000"/>
                </a:xfrm>
                <a:prstGeom prst="rect">
                  <a:avLst/>
                </a:prstGeom>
              </p:spPr>
            </p:pic>
            <p:pic>
              <p:nvPicPr>
                <p:cNvPr id="25" name="图片 24">
                  <a:extLst>
                    <a:ext uri="{FF2B5EF4-FFF2-40B4-BE49-F238E27FC236}">
                      <a16:creationId xmlns:a16="http://schemas.microsoft.com/office/drawing/2014/main" id="{5A044FAF-ED1B-73F2-8C02-1C9CB81946A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935180" y="3824371"/>
                  <a:ext cx="216000" cy="216000"/>
                </a:xfrm>
                <a:prstGeom prst="rect">
                  <a:avLst/>
                </a:prstGeom>
              </p:spPr>
            </p:pic>
          </p:grpSp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E721444A-CC50-65B0-7147-76C40286CBB0}"/>
                  </a:ext>
                </a:extLst>
              </p:cNvPr>
              <p:cNvSpPr txBox="1"/>
              <p:nvPr/>
            </p:nvSpPr>
            <p:spPr>
              <a:xfrm>
                <a:off x="7545470" y="4600094"/>
                <a:ext cx="104842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24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M</a:t>
                </a:r>
                <a:r>
                  <a:rPr kumimoji="1" lang="en" altLang="zh-CN" sz="1224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emorized</a:t>
                </a:r>
                <a:endParaRPr kumimoji="1" lang="zh-CN" altLang="en-US" sz="1224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30" name="组合 29">
                <a:extLst>
                  <a:ext uri="{FF2B5EF4-FFF2-40B4-BE49-F238E27FC236}">
                    <a16:creationId xmlns:a16="http://schemas.microsoft.com/office/drawing/2014/main" id="{10124252-E478-726E-3D64-AD3CDC73748F}"/>
                  </a:ext>
                </a:extLst>
              </p:cNvPr>
              <p:cNvGrpSpPr/>
              <p:nvPr/>
            </p:nvGrpSpPr>
            <p:grpSpPr>
              <a:xfrm>
                <a:off x="5120566" y="5155331"/>
                <a:ext cx="3305948" cy="677232"/>
                <a:chOff x="4336511" y="3458900"/>
                <a:chExt cx="3305948" cy="677232"/>
              </a:xfrm>
            </p:grpSpPr>
            <p:sp>
              <p:nvSpPr>
                <p:cNvPr id="31" name="Google Shape;66;p13">
                  <a:extLst>
                    <a:ext uri="{FF2B5EF4-FFF2-40B4-BE49-F238E27FC236}">
                      <a16:creationId xmlns:a16="http://schemas.microsoft.com/office/drawing/2014/main" id="{F3856459-0F85-73B0-CF51-FA345D58B7E2}"/>
                    </a:ext>
                  </a:extLst>
                </p:cNvPr>
                <p:cNvSpPr/>
                <p:nvPr/>
              </p:nvSpPr>
              <p:spPr>
                <a:xfrm>
                  <a:off x="4336511" y="3458900"/>
                  <a:ext cx="3305948" cy="677232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FCE7CF"/>
                </a:solidFill>
                <a:ln w="19050" cap="flat" cmpd="sng">
                  <a:solidFill>
                    <a:srgbClr val="FF0000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3252" tIns="93252" rIns="93252" bIns="93252" anchor="ctr" anchorCtr="0">
                  <a:noAutofit/>
                </a:bodyPr>
                <a:lstStyle/>
                <a:p>
                  <a:pPr algn="ctr"/>
                  <a:endParaRPr lang="zh-CN" altLang="en-US" sz="1224" dirty="0"/>
                </a:p>
              </p:txBody>
            </p:sp>
            <p:sp>
              <p:nvSpPr>
                <p:cNvPr id="32" name="矩形 31">
                  <a:extLst>
                    <a:ext uri="{FF2B5EF4-FFF2-40B4-BE49-F238E27FC236}">
                      <a16:creationId xmlns:a16="http://schemas.microsoft.com/office/drawing/2014/main" id="{946B78C7-EAB6-063E-8616-8A11369D57F3}"/>
                    </a:ext>
                  </a:extLst>
                </p:cNvPr>
                <p:cNvSpPr/>
                <p:nvPr/>
              </p:nvSpPr>
              <p:spPr>
                <a:xfrm>
                  <a:off x="4381127" y="3458900"/>
                  <a:ext cx="3110328" cy="650462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>
                    <a:lnSpc>
                      <a:spcPct val="150000"/>
                    </a:lnSpc>
                  </a:pPr>
                  <a:r>
                    <a:rPr kumimoji="1" lang="en" altLang="zh-CN" sz="1224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middle of the </a:t>
                  </a:r>
                  <a:r>
                    <a:rPr kumimoji="1" lang="en" altLang="zh-CN" sz="1224" b="1" i="1" u="sng" dirty="0">
                      <a:solidFill>
                        <a:srgbClr val="FF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night</a:t>
                  </a:r>
                  <a:r>
                    <a:rPr kumimoji="1" lang="en" altLang="zh-CN" sz="1224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.</a:t>
                  </a:r>
                </a:p>
                <a:p>
                  <a:pPr>
                    <a:lnSpc>
                      <a:spcPct val="150000"/>
                    </a:lnSpc>
                  </a:pPr>
                  <a:r>
                    <a:rPr kumimoji="1" lang="en" altLang="zh-CN" sz="1224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Gary Carmine </a:t>
                  </a:r>
                  <a:r>
                    <a:rPr kumimoji="1" lang="en" altLang="zh-CN" sz="1224" dirty="0" err="1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Cuoco's</a:t>
                  </a:r>
                  <a:r>
                    <a:rPr kumimoji="1" lang="en" altLang="zh-CN" sz="1224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child is </a:t>
                  </a:r>
                  <a:r>
                    <a:rPr kumimoji="1" lang="en" altLang="zh-CN" sz="1224" b="1" i="1" u="sng" dirty="0">
                      <a:solidFill>
                        <a:srgbClr val="FF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Katherine</a:t>
                  </a:r>
                  <a:r>
                    <a:rPr kumimoji="1" lang="en" altLang="zh-CN" sz="1224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.</a:t>
                  </a:r>
                </a:p>
              </p:txBody>
            </p:sp>
            <p:pic>
              <p:nvPicPr>
                <p:cNvPr id="33" name="图片 32">
                  <a:extLst>
                    <a:ext uri="{FF2B5EF4-FFF2-40B4-BE49-F238E27FC236}">
                      <a16:creationId xmlns:a16="http://schemas.microsoft.com/office/drawing/2014/main" id="{27EB3F1E-CAE7-1084-50D0-0F03040CBB2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828291" y="3568131"/>
                  <a:ext cx="216000" cy="216000"/>
                </a:xfrm>
                <a:prstGeom prst="rect">
                  <a:avLst/>
                </a:prstGeom>
              </p:spPr>
            </p:pic>
            <p:pic>
              <p:nvPicPr>
                <p:cNvPr id="34" name="图片 33">
                  <a:extLst>
                    <a:ext uri="{FF2B5EF4-FFF2-40B4-BE49-F238E27FC236}">
                      <a16:creationId xmlns:a16="http://schemas.microsoft.com/office/drawing/2014/main" id="{E4D85914-185E-81A9-A63B-15416CBE5FB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351947" y="3838785"/>
                  <a:ext cx="216000" cy="216000"/>
                </a:xfrm>
                <a:prstGeom prst="rect">
                  <a:avLst/>
                </a:prstGeom>
              </p:spPr>
            </p:pic>
          </p:grpSp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F31909FF-085A-D3EE-01FD-6DF5B58C7B89}"/>
                  </a:ext>
                </a:extLst>
              </p:cNvPr>
              <p:cNvSpPr txBox="1"/>
              <p:nvPr/>
            </p:nvSpPr>
            <p:spPr>
              <a:xfrm>
                <a:off x="3696071" y="5403643"/>
                <a:ext cx="149404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" altLang="zh-CN" sz="1224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Non</a:t>
                </a:r>
                <a:r>
                  <a:rPr kumimoji="1" lang="en-US" altLang="zh-CN" sz="1224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-</a:t>
                </a:r>
                <a:r>
                  <a:rPr kumimoji="1" lang="en" altLang="zh-CN" sz="1224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memorized</a:t>
                </a:r>
                <a:endParaRPr kumimoji="1" lang="zh-CN" altLang="en-US" sz="1224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003CBCF1-E659-DA49-D1DB-9B3977A7AF3B}"/>
                  </a:ext>
                </a:extLst>
              </p:cNvPr>
              <p:cNvSpPr/>
              <p:nvPr/>
            </p:nvSpPr>
            <p:spPr>
              <a:xfrm>
                <a:off x="3345180" y="4044130"/>
                <a:ext cx="5151120" cy="1872809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836"/>
              </a:p>
            </p:txBody>
          </p:sp>
          <p:sp>
            <p:nvSpPr>
              <p:cNvPr id="76" name="下箭头 75">
                <a:extLst>
                  <a:ext uri="{FF2B5EF4-FFF2-40B4-BE49-F238E27FC236}">
                    <a16:creationId xmlns:a16="http://schemas.microsoft.com/office/drawing/2014/main" id="{F11EEEE7-3768-70EC-8F74-3F003D5B867D}"/>
                  </a:ext>
                </a:extLst>
              </p:cNvPr>
              <p:cNvSpPr/>
              <p:nvPr/>
            </p:nvSpPr>
            <p:spPr>
              <a:xfrm rot="10800000">
                <a:off x="4419906" y="3761460"/>
                <a:ext cx="224254" cy="261130"/>
              </a:xfrm>
              <a:prstGeom prst="downArrow">
                <a:avLst/>
              </a:prstGeom>
              <a:solidFill>
                <a:srgbClr val="D0E2F3"/>
              </a:solidFill>
              <a:ln w="12700">
                <a:solidFill>
                  <a:schemeClr val="dk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836"/>
              </a:p>
            </p:txBody>
          </p:sp>
          <p:sp>
            <p:nvSpPr>
              <p:cNvPr id="77" name="下箭头 76">
                <a:extLst>
                  <a:ext uri="{FF2B5EF4-FFF2-40B4-BE49-F238E27FC236}">
                    <a16:creationId xmlns:a16="http://schemas.microsoft.com/office/drawing/2014/main" id="{E152C589-8AB1-6ABD-AC6E-7C71A486BFE7}"/>
                  </a:ext>
                </a:extLst>
              </p:cNvPr>
              <p:cNvSpPr/>
              <p:nvPr/>
            </p:nvSpPr>
            <p:spPr>
              <a:xfrm rot="10800000">
                <a:off x="6669135" y="3774127"/>
                <a:ext cx="224254" cy="261130"/>
              </a:xfrm>
              <a:prstGeom prst="downArrow">
                <a:avLst/>
              </a:prstGeom>
              <a:solidFill>
                <a:srgbClr val="D0E2F3"/>
              </a:solidFill>
              <a:ln w="12700">
                <a:solidFill>
                  <a:schemeClr val="dk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836"/>
              </a:p>
            </p:txBody>
          </p:sp>
          <p:sp>
            <p:nvSpPr>
              <p:cNvPr id="82" name="文本框 81">
                <a:extLst>
                  <a:ext uri="{FF2B5EF4-FFF2-40B4-BE49-F238E27FC236}">
                    <a16:creationId xmlns:a16="http://schemas.microsoft.com/office/drawing/2014/main" id="{5DFD1428-A1A0-5A97-7568-9AB757E17897}"/>
                  </a:ext>
                </a:extLst>
              </p:cNvPr>
              <p:cNvSpPr txBox="1"/>
              <p:nvPr/>
            </p:nvSpPr>
            <p:spPr>
              <a:xfrm>
                <a:off x="3696071" y="4058416"/>
                <a:ext cx="415857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" altLang="zh-CN" sz="1224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IDIOMIM and </a:t>
                </a:r>
                <a:r>
                  <a:rPr kumimoji="1" lang="en" altLang="zh-CN" sz="1224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CelebrityParent</a:t>
                </a:r>
                <a:r>
                  <a:rPr kumimoji="1" lang="en" altLang="zh-CN" sz="1224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Datasets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328409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29</TotalTime>
  <Words>52</Words>
  <Application>Microsoft Office PowerPoint</Application>
  <PresentationFormat>自定义</PresentationFormat>
  <Paragraphs>15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Qinghua zhao</cp:lastModifiedBy>
  <cp:revision>33</cp:revision>
  <dcterms:created xsi:type="dcterms:W3CDTF">2024-01-17T12:29:12Z</dcterms:created>
  <dcterms:modified xsi:type="dcterms:W3CDTF">2024-02-15T09:05:52Z</dcterms:modified>
</cp:coreProperties>
</file>